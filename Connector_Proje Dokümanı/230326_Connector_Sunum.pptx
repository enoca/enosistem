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65" r:id="rId4"/>
    <p:sldId id="272" r:id="rId5"/>
    <p:sldId id="266" r:id="rId6"/>
    <p:sldId id="268" r:id="rId7"/>
    <p:sldId id="273" r:id="rId8"/>
    <p:sldId id="26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380" y="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sv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sv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4.png"/><Relationship Id="rId7" Type="http://schemas.openxmlformats.org/officeDocument/2006/relationships/image" Target="../media/image36.png"/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35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37041" y="1814935"/>
            <a:ext cx="4527137" cy="71352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680"/>
              </a:lnSpc>
              <a:spcAft>
                <a:spcPts val="1560"/>
              </a:spcAft>
            </a:pPr>
            <a:r>
              <a:rPr sz="4305" b="1" dirty="0">
                <a:solidFill>
                  <a:srgbClr val="1284BA"/>
                </a:solidFill>
                <a:latin typeface="Montserrat"/>
              </a:rPr>
              <a:t>ERP Connector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262" y="2743200"/>
            <a:ext cx="1219169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7801" y="3059323"/>
            <a:ext cx="6705617" cy="39645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1560"/>
              </a:spcAft>
            </a:pPr>
            <a:r>
              <a:rPr sz="1794" b="1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/>
              </a:rPr>
              <a:t>E-Ticaret </a:t>
            </a:r>
            <a:r>
              <a:rPr sz="1794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/>
              </a:rPr>
              <a:t>ile</a:t>
            </a:r>
            <a:r>
              <a:rPr sz="1794" b="1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/>
              </a:rPr>
              <a:t> ERP </a:t>
            </a:r>
            <a:r>
              <a:rPr sz="1794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/>
              </a:rPr>
              <a:t>Arasında</a:t>
            </a:r>
            <a:r>
              <a:rPr sz="1794" b="1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/>
              </a:rPr>
              <a:t> </a:t>
            </a:r>
            <a:r>
              <a:rPr sz="1794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/>
              </a:rPr>
              <a:t>Güvenli</a:t>
            </a:r>
            <a:r>
              <a:rPr sz="1794" b="1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/>
              </a:rPr>
              <a:t> </a:t>
            </a:r>
            <a:r>
              <a:rPr sz="1794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/>
              </a:rPr>
              <a:t>Entegrasyon</a:t>
            </a:r>
            <a:r>
              <a:rPr sz="1794" b="1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/>
              </a:rPr>
              <a:t> </a:t>
            </a:r>
            <a:r>
              <a:rPr sz="1794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/>
              </a:rPr>
              <a:t>Çözümü</a:t>
            </a:r>
            <a:endParaRPr sz="1794" b="1" dirty="0">
              <a:solidFill>
                <a:schemeClr val="tx1">
                  <a:lumMod val="50000"/>
                  <a:lumOff val="50000"/>
                </a:schemeClr>
              </a:solidFill>
              <a:latin typeface="Poppins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60434" y="4089797"/>
            <a:ext cx="380990" cy="3571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81450" y="4497386"/>
            <a:ext cx="548483" cy="26590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dirty="0" err="1">
                <a:solidFill>
                  <a:schemeClr val="accent1"/>
                </a:solidFill>
                <a:latin typeface="Poppins"/>
              </a:rPr>
              <a:t>Güvenli</a:t>
            </a:r>
            <a:endParaRPr sz="837" dirty="0">
              <a:solidFill>
                <a:schemeClr val="accent1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1484" y="4135933"/>
            <a:ext cx="380990" cy="26491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26244" y="4497386"/>
            <a:ext cx="820994" cy="26590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dirty="0" err="1">
                <a:solidFill>
                  <a:schemeClr val="accent1"/>
                </a:solidFill>
                <a:latin typeface="Poppins"/>
              </a:rPr>
              <a:t>Performanslı</a:t>
            </a:r>
            <a:endParaRPr sz="837" dirty="0">
              <a:solidFill>
                <a:schemeClr val="accent1"/>
              </a:solidFill>
              <a:latin typeface="Poppins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65386" y="4143375"/>
            <a:ext cx="380990" cy="25003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32889" y="4497386"/>
            <a:ext cx="455510" cy="26590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dirty="0" err="1">
                <a:solidFill>
                  <a:schemeClr val="accent1"/>
                </a:solidFill>
                <a:latin typeface="Poppins"/>
              </a:rPr>
              <a:t>Şeffaf</a:t>
            </a:r>
            <a:endParaRPr sz="837" dirty="0">
              <a:solidFill>
                <a:schemeClr val="accent1"/>
              </a:solidFill>
              <a:latin typeface="Poppins"/>
            </a:endParaRPr>
          </a:p>
        </p:txBody>
      </p:sp>
      <p:sp>
        <p:nvSpPr>
          <p:cNvPr id="15" name="TextBox 17">
            <a:extLst>
              <a:ext uri="{FF2B5EF4-FFF2-40B4-BE49-F238E27FC236}">
                <a16:creationId xmlns:a16="http://schemas.microsoft.com/office/drawing/2014/main" id="{0AFFA139-C427-3638-2E78-9A1F2C65ED95}"/>
              </a:ext>
            </a:extLst>
          </p:cNvPr>
          <p:cNvSpPr txBox="1"/>
          <p:nvPr/>
        </p:nvSpPr>
        <p:spPr>
          <a:xfrm>
            <a:off x="9810504" y="6419850"/>
            <a:ext cx="177160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1284BA"/>
                </a:solidFill>
                <a:latin typeface="Roboto"/>
              </a:rPr>
              <a:t>Yazılım ve Danışmanlık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2211E818-3080-0954-4FF4-E694D514C7DA}"/>
              </a:ext>
            </a:extLst>
          </p:cNvPr>
          <p:cNvSpPr/>
          <p:nvPr/>
        </p:nvSpPr>
        <p:spPr>
          <a:xfrm>
            <a:off x="335192" y="-24116"/>
            <a:ext cx="1530693" cy="2620727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chemeClr val="bg1">
              <a:alpha val="19999"/>
            </a:schemeClr>
          </a:solidFill>
          <a:ln>
            <a:solidFill>
              <a:schemeClr val="tx2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70114FBF-A47F-80C1-9281-979C719155D8}"/>
              </a:ext>
            </a:extLst>
          </p:cNvPr>
          <p:cNvSpPr/>
          <p:nvPr/>
        </p:nvSpPr>
        <p:spPr>
          <a:xfrm>
            <a:off x="670079" y="-24116"/>
            <a:ext cx="1530693" cy="2620727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rgbClr val="B6CAFF">
              <a:alpha val="1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7">
            <a:extLst>
              <a:ext uri="{FF2B5EF4-FFF2-40B4-BE49-F238E27FC236}">
                <a16:creationId xmlns:a16="http://schemas.microsoft.com/office/drawing/2014/main" id="{6927DA43-CDDA-F0EB-1562-8A902F98D9F5}"/>
              </a:ext>
            </a:extLst>
          </p:cNvPr>
          <p:cNvSpPr>
            <a:spLocks noChangeAspect="1"/>
          </p:cNvSpPr>
          <p:nvPr/>
        </p:nvSpPr>
        <p:spPr>
          <a:xfrm>
            <a:off x="925163" y="375828"/>
            <a:ext cx="1610496" cy="287111"/>
          </a:xfrm>
          <a:custGeom>
            <a:avLst/>
            <a:gdLst/>
            <a:ahLst/>
            <a:cxnLst/>
            <a:rect l="l" t="t" r="r" b="b"/>
            <a:pathLst>
              <a:path w="1969770" h="351154">
                <a:moveTo>
                  <a:pt x="235800" y="57454"/>
                </a:moveTo>
                <a:lnTo>
                  <a:pt x="0" y="57454"/>
                </a:lnTo>
                <a:lnTo>
                  <a:pt x="0" y="293255"/>
                </a:lnTo>
                <a:lnTo>
                  <a:pt x="235800" y="293255"/>
                </a:lnTo>
                <a:lnTo>
                  <a:pt x="235800" y="57454"/>
                </a:lnTo>
                <a:close/>
              </a:path>
              <a:path w="1969770" h="351154">
                <a:moveTo>
                  <a:pt x="612825" y="167817"/>
                </a:moveTo>
                <a:lnTo>
                  <a:pt x="609282" y="126669"/>
                </a:lnTo>
                <a:lnTo>
                  <a:pt x="598157" y="87655"/>
                </a:lnTo>
                <a:lnTo>
                  <a:pt x="578739" y="53174"/>
                </a:lnTo>
                <a:lnTo>
                  <a:pt x="550316" y="25603"/>
                </a:lnTo>
                <a:lnTo>
                  <a:pt x="516242" y="9283"/>
                </a:lnTo>
                <a:lnTo>
                  <a:pt x="516242" y="137693"/>
                </a:lnTo>
                <a:lnTo>
                  <a:pt x="392950" y="137693"/>
                </a:lnTo>
                <a:lnTo>
                  <a:pt x="397992" y="115531"/>
                </a:lnTo>
                <a:lnTo>
                  <a:pt x="409727" y="93510"/>
                </a:lnTo>
                <a:lnTo>
                  <a:pt x="429158" y="76619"/>
                </a:lnTo>
                <a:lnTo>
                  <a:pt x="457327" y="69875"/>
                </a:lnTo>
                <a:lnTo>
                  <a:pt x="486765" y="76911"/>
                </a:lnTo>
                <a:lnTo>
                  <a:pt x="504761" y="94272"/>
                </a:lnTo>
                <a:lnTo>
                  <a:pt x="513778" y="116395"/>
                </a:lnTo>
                <a:lnTo>
                  <a:pt x="516128" y="136740"/>
                </a:lnTo>
                <a:lnTo>
                  <a:pt x="516242" y="137693"/>
                </a:lnTo>
                <a:lnTo>
                  <a:pt x="516242" y="9283"/>
                </a:lnTo>
                <a:lnTo>
                  <a:pt x="512140" y="7315"/>
                </a:lnTo>
                <a:lnTo>
                  <a:pt x="463499" y="698"/>
                </a:lnTo>
                <a:lnTo>
                  <a:pt x="410540" y="8039"/>
                </a:lnTo>
                <a:lnTo>
                  <a:pt x="367880" y="28168"/>
                </a:lnTo>
                <a:lnTo>
                  <a:pt x="335241" y="58229"/>
                </a:lnTo>
                <a:lnTo>
                  <a:pt x="312293" y="95377"/>
                </a:lnTo>
                <a:lnTo>
                  <a:pt x="298754" y="136740"/>
                </a:lnTo>
                <a:lnTo>
                  <a:pt x="294309" y="179476"/>
                </a:lnTo>
                <a:lnTo>
                  <a:pt x="299656" y="228498"/>
                </a:lnTo>
                <a:lnTo>
                  <a:pt x="315391" y="270268"/>
                </a:lnTo>
                <a:lnTo>
                  <a:pt x="341058" y="304050"/>
                </a:lnTo>
                <a:lnTo>
                  <a:pt x="376212" y="329095"/>
                </a:lnTo>
                <a:lnTo>
                  <a:pt x="420370" y="344665"/>
                </a:lnTo>
                <a:lnTo>
                  <a:pt x="473087" y="350024"/>
                </a:lnTo>
                <a:lnTo>
                  <a:pt x="506285" y="348729"/>
                </a:lnTo>
                <a:lnTo>
                  <a:pt x="537819" y="344805"/>
                </a:lnTo>
                <a:lnTo>
                  <a:pt x="567296" y="338175"/>
                </a:lnTo>
                <a:lnTo>
                  <a:pt x="594334" y="328790"/>
                </a:lnTo>
                <a:lnTo>
                  <a:pt x="583425" y="272630"/>
                </a:lnTo>
                <a:lnTo>
                  <a:pt x="580631" y="258254"/>
                </a:lnTo>
                <a:lnTo>
                  <a:pt x="559333" y="264541"/>
                </a:lnTo>
                <a:lnTo>
                  <a:pt x="537210" y="269024"/>
                </a:lnTo>
                <a:lnTo>
                  <a:pt x="513676" y="271729"/>
                </a:lnTo>
                <a:lnTo>
                  <a:pt x="488149" y="272630"/>
                </a:lnTo>
                <a:lnTo>
                  <a:pt x="453250" y="268744"/>
                </a:lnTo>
                <a:lnTo>
                  <a:pt x="423684" y="256959"/>
                </a:lnTo>
                <a:lnTo>
                  <a:pt x="402717" y="237083"/>
                </a:lnTo>
                <a:lnTo>
                  <a:pt x="393636" y="208915"/>
                </a:lnTo>
                <a:lnTo>
                  <a:pt x="609396" y="208915"/>
                </a:lnTo>
                <a:lnTo>
                  <a:pt x="610501" y="201828"/>
                </a:lnTo>
                <a:lnTo>
                  <a:pt x="611619" y="192227"/>
                </a:lnTo>
                <a:lnTo>
                  <a:pt x="612482" y="180695"/>
                </a:lnTo>
                <a:lnTo>
                  <a:pt x="612825" y="167817"/>
                </a:lnTo>
                <a:close/>
              </a:path>
              <a:path w="1969770" h="351154">
                <a:moveTo>
                  <a:pt x="960602" y="148628"/>
                </a:moveTo>
                <a:lnTo>
                  <a:pt x="954709" y="95719"/>
                </a:lnTo>
                <a:lnTo>
                  <a:pt x="938136" y="55156"/>
                </a:lnTo>
                <a:lnTo>
                  <a:pt x="912520" y="26581"/>
                </a:lnTo>
                <a:lnTo>
                  <a:pt x="840740" y="4114"/>
                </a:lnTo>
                <a:lnTo>
                  <a:pt x="802805" y="9486"/>
                </a:lnTo>
                <a:lnTo>
                  <a:pt x="773099" y="22948"/>
                </a:lnTo>
                <a:lnTo>
                  <a:pt x="751344" y="40513"/>
                </a:lnTo>
                <a:lnTo>
                  <a:pt x="737298" y="58216"/>
                </a:lnTo>
                <a:lnTo>
                  <a:pt x="735266" y="58216"/>
                </a:lnTo>
                <a:lnTo>
                  <a:pt x="730465" y="11645"/>
                </a:lnTo>
                <a:lnTo>
                  <a:pt x="640054" y="11645"/>
                </a:lnTo>
                <a:lnTo>
                  <a:pt x="641934" y="60706"/>
                </a:lnTo>
                <a:lnTo>
                  <a:pt x="642556" y="88404"/>
                </a:lnTo>
                <a:lnTo>
                  <a:pt x="642797" y="118491"/>
                </a:lnTo>
                <a:lnTo>
                  <a:pt x="642797" y="346595"/>
                </a:lnTo>
                <a:lnTo>
                  <a:pt x="746899" y="346595"/>
                </a:lnTo>
                <a:lnTo>
                  <a:pt x="746899" y="153441"/>
                </a:lnTo>
                <a:lnTo>
                  <a:pt x="747039" y="146291"/>
                </a:lnTo>
                <a:lnTo>
                  <a:pt x="769073" y="100685"/>
                </a:lnTo>
                <a:lnTo>
                  <a:pt x="803757" y="88366"/>
                </a:lnTo>
                <a:lnTo>
                  <a:pt x="827887" y="93637"/>
                </a:lnTo>
                <a:lnTo>
                  <a:pt x="844245" y="108483"/>
                </a:lnTo>
                <a:lnTo>
                  <a:pt x="853541" y="131419"/>
                </a:lnTo>
                <a:lnTo>
                  <a:pt x="856488" y="160972"/>
                </a:lnTo>
                <a:lnTo>
                  <a:pt x="856488" y="346595"/>
                </a:lnTo>
                <a:lnTo>
                  <a:pt x="960602" y="346595"/>
                </a:lnTo>
                <a:lnTo>
                  <a:pt x="960602" y="148628"/>
                </a:lnTo>
                <a:close/>
              </a:path>
              <a:path w="1969770" h="351154">
                <a:moveTo>
                  <a:pt x="1337843" y="171919"/>
                </a:moveTo>
                <a:lnTo>
                  <a:pt x="1332293" y="123990"/>
                </a:lnTo>
                <a:lnTo>
                  <a:pt x="1316304" y="82296"/>
                </a:lnTo>
                <a:lnTo>
                  <a:pt x="1310640" y="74663"/>
                </a:lnTo>
                <a:lnTo>
                  <a:pt x="1290840" y="47955"/>
                </a:lnTo>
                <a:lnTo>
                  <a:pt x="1256868" y="22047"/>
                </a:lnTo>
                <a:lnTo>
                  <a:pt x="1230312" y="11595"/>
                </a:lnTo>
                <a:lnTo>
                  <a:pt x="1230312" y="174663"/>
                </a:lnTo>
                <a:lnTo>
                  <a:pt x="1225804" y="215353"/>
                </a:lnTo>
                <a:lnTo>
                  <a:pt x="1225702" y="216217"/>
                </a:lnTo>
                <a:lnTo>
                  <a:pt x="1212507" y="248208"/>
                </a:lnTo>
                <a:lnTo>
                  <a:pt x="1191590" y="268770"/>
                </a:lnTo>
                <a:lnTo>
                  <a:pt x="1163866" y="276034"/>
                </a:lnTo>
                <a:lnTo>
                  <a:pt x="1134376" y="268401"/>
                </a:lnTo>
                <a:lnTo>
                  <a:pt x="1112926" y="247269"/>
                </a:lnTo>
                <a:lnTo>
                  <a:pt x="1099820" y="215353"/>
                </a:lnTo>
                <a:lnTo>
                  <a:pt x="1095375" y="175348"/>
                </a:lnTo>
                <a:lnTo>
                  <a:pt x="1099146" y="138811"/>
                </a:lnTo>
                <a:lnTo>
                  <a:pt x="1111135" y="106502"/>
                </a:lnTo>
                <a:lnTo>
                  <a:pt x="1132306" y="83515"/>
                </a:lnTo>
                <a:lnTo>
                  <a:pt x="1132154" y="83515"/>
                </a:lnTo>
                <a:lnTo>
                  <a:pt x="1163866" y="74663"/>
                </a:lnTo>
                <a:lnTo>
                  <a:pt x="1194752" y="83515"/>
                </a:lnTo>
                <a:lnTo>
                  <a:pt x="1194333" y="83515"/>
                </a:lnTo>
                <a:lnTo>
                  <a:pt x="1214805" y="106159"/>
                </a:lnTo>
                <a:lnTo>
                  <a:pt x="1226578" y="138226"/>
                </a:lnTo>
                <a:lnTo>
                  <a:pt x="1230312" y="174663"/>
                </a:lnTo>
                <a:lnTo>
                  <a:pt x="1230312" y="11595"/>
                </a:lnTo>
                <a:lnTo>
                  <a:pt x="1215364" y="5702"/>
                </a:lnTo>
                <a:lnTo>
                  <a:pt x="1167295" y="0"/>
                </a:lnTo>
                <a:lnTo>
                  <a:pt x="1115822" y="5702"/>
                </a:lnTo>
                <a:lnTo>
                  <a:pt x="1116241" y="5702"/>
                </a:lnTo>
                <a:lnTo>
                  <a:pt x="1072565" y="22047"/>
                </a:lnTo>
                <a:lnTo>
                  <a:pt x="1036980" y="48209"/>
                </a:lnTo>
                <a:lnTo>
                  <a:pt x="1010310" y="83515"/>
                </a:lnTo>
                <a:lnTo>
                  <a:pt x="993609" y="127076"/>
                </a:lnTo>
                <a:lnTo>
                  <a:pt x="987831" y="178079"/>
                </a:lnTo>
                <a:lnTo>
                  <a:pt x="993787" y="227736"/>
                </a:lnTo>
                <a:lnTo>
                  <a:pt x="993863" y="228447"/>
                </a:lnTo>
                <a:lnTo>
                  <a:pt x="1010996" y="270929"/>
                </a:lnTo>
                <a:lnTo>
                  <a:pt x="1037742" y="304977"/>
                </a:lnTo>
                <a:lnTo>
                  <a:pt x="1072667" y="329996"/>
                </a:lnTo>
                <a:lnTo>
                  <a:pt x="1114285" y="345427"/>
                </a:lnTo>
                <a:lnTo>
                  <a:pt x="1161122" y="350697"/>
                </a:lnTo>
                <a:lnTo>
                  <a:pt x="1205369" y="345960"/>
                </a:lnTo>
                <a:lnTo>
                  <a:pt x="1246822" y="331597"/>
                </a:lnTo>
                <a:lnTo>
                  <a:pt x="1283131" y="307289"/>
                </a:lnTo>
                <a:lnTo>
                  <a:pt x="1309230" y="276034"/>
                </a:lnTo>
                <a:lnTo>
                  <a:pt x="1311973" y="272757"/>
                </a:lnTo>
                <a:lnTo>
                  <a:pt x="1330985" y="227736"/>
                </a:lnTo>
                <a:lnTo>
                  <a:pt x="1337843" y="171919"/>
                </a:lnTo>
                <a:close/>
              </a:path>
              <a:path w="1969770" h="351154">
                <a:moveTo>
                  <a:pt x="1636318" y="13716"/>
                </a:moveTo>
                <a:lnTo>
                  <a:pt x="1618513" y="8216"/>
                </a:lnTo>
                <a:lnTo>
                  <a:pt x="1598650" y="4127"/>
                </a:lnTo>
                <a:lnTo>
                  <a:pt x="1577759" y="1574"/>
                </a:lnTo>
                <a:lnTo>
                  <a:pt x="1556867" y="698"/>
                </a:lnTo>
                <a:lnTo>
                  <a:pt x="1499374" y="7086"/>
                </a:lnTo>
                <a:lnTo>
                  <a:pt x="1451737" y="25107"/>
                </a:lnTo>
                <a:lnTo>
                  <a:pt x="1414221" y="53009"/>
                </a:lnTo>
                <a:lnTo>
                  <a:pt x="1387094" y="89077"/>
                </a:lnTo>
                <a:lnTo>
                  <a:pt x="1370622" y="131584"/>
                </a:lnTo>
                <a:lnTo>
                  <a:pt x="1365072" y="178790"/>
                </a:lnTo>
                <a:lnTo>
                  <a:pt x="1370698" y="227850"/>
                </a:lnTo>
                <a:lnTo>
                  <a:pt x="1387017" y="269760"/>
                </a:lnTo>
                <a:lnTo>
                  <a:pt x="1413192" y="303707"/>
                </a:lnTo>
                <a:lnTo>
                  <a:pt x="1448384" y="328917"/>
                </a:lnTo>
                <a:lnTo>
                  <a:pt x="1491767" y="344614"/>
                </a:lnTo>
                <a:lnTo>
                  <a:pt x="1542478" y="350024"/>
                </a:lnTo>
                <a:lnTo>
                  <a:pt x="1571205" y="348818"/>
                </a:lnTo>
                <a:lnTo>
                  <a:pt x="1618869" y="340487"/>
                </a:lnTo>
                <a:lnTo>
                  <a:pt x="1623314" y="257543"/>
                </a:lnTo>
                <a:lnTo>
                  <a:pt x="1610817" y="262153"/>
                </a:lnTo>
                <a:lnTo>
                  <a:pt x="1596847" y="265595"/>
                </a:lnTo>
                <a:lnTo>
                  <a:pt x="1581200" y="267766"/>
                </a:lnTo>
                <a:lnTo>
                  <a:pt x="1563712" y="268516"/>
                </a:lnTo>
                <a:lnTo>
                  <a:pt x="1527987" y="262420"/>
                </a:lnTo>
                <a:lnTo>
                  <a:pt x="1498815" y="244449"/>
                </a:lnTo>
                <a:lnTo>
                  <a:pt x="1479156" y="215061"/>
                </a:lnTo>
                <a:lnTo>
                  <a:pt x="1471942" y="174675"/>
                </a:lnTo>
                <a:lnTo>
                  <a:pt x="1477962" y="136893"/>
                </a:lnTo>
                <a:lnTo>
                  <a:pt x="1495996" y="107213"/>
                </a:lnTo>
                <a:lnTo>
                  <a:pt x="1524431" y="87795"/>
                </a:lnTo>
                <a:lnTo>
                  <a:pt x="1561655" y="80835"/>
                </a:lnTo>
                <a:lnTo>
                  <a:pt x="1580578" y="81673"/>
                </a:lnTo>
                <a:lnTo>
                  <a:pt x="1596415" y="83921"/>
                </a:lnTo>
                <a:lnTo>
                  <a:pt x="1609432" y="87185"/>
                </a:lnTo>
                <a:lnTo>
                  <a:pt x="1619872" y="91097"/>
                </a:lnTo>
                <a:lnTo>
                  <a:pt x="1636318" y="13716"/>
                </a:lnTo>
                <a:close/>
              </a:path>
              <a:path w="1969770" h="351154">
                <a:moveTo>
                  <a:pt x="1969706" y="343166"/>
                </a:moveTo>
                <a:lnTo>
                  <a:pt x="1967141" y="327291"/>
                </a:lnTo>
                <a:lnTo>
                  <a:pt x="1965604" y="309587"/>
                </a:lnTo>
                <a:lnTo>
                  <a:pt x="1965426" y="307632"/>
                </a:lnTo>
                <a:lnTo>
                  <a:pt x="1964550" y="286537"/>
                </a:lnTo>
                <a:lnTo>
                  <a:pt x="1964512" y="285661"/>
                </a:lnTo>
                <a:lnTo>
                  <a:pt x="1964423" y="277406"/>
                </a:lnTo>
                <a:lnTo>
                  <a:pt x="1964296" y="267550"/>
                </a:lnTo>
                <a:lnTo>
                  <a:pt x="1964245" y="184937"/>
                </a:lnTo>
                <a:lnTo>
                  <a:pt x="1964245" y="145211"/>
                </a:lnTo>
                <a:lnTo>
                  <a:pt x="1959711" y="99593"/>
                </a:lnTo>
                <a:lnTo>
                  <a:pt x="1944801" y="59766"/>
                </a:lnTo>
                <a:lnTo>
                  <a:pt x="1917484" y="28232"/>
                </a:lnTo>
                <a:lnTo>
                  <a:pt x="1875777" y="7467"/>
                </a:lnTo>
                <a:lnTo>
                  <a:pt x="1863547" y="5905"/>
                </a:lnTo>
                <a:lnTo>
                  <a:pt x="1863547" y="184937"/>
                </a:lnTo>
                <a:lnTo>
                  <a:pt x="1863547" y="227406"/>
                </a:lnTo>
                <a:lnTo>
                  <a:pt x="1841373" y="266192"/>
                </a:lnTo>
                <a:lnTo>
                  <a:pt x="1807375" y="277406"/>
                </a:lnTo>
                <a:lnTo>
                  <a:pt x="1791131" y="274955"/>
                </a:lnTo>
                <a:lnTo>
                  <a:pt x="1778101" y="267550"/>
                </a:lnTo>
                <a:lnTo>
                  <a:pt x="1769440" y="255155"/>
                </a:lnTo>
                <a:lnTo>
                  <a:pt x="1766290" y="237680"/>
                </a:lnTo>
                <a:lnTo>
                  <a:pt x="1773783" y="212674"/>
                </a:lnTo>
                <a:lnTo>
                  <a:pt x="1794370" y="196405"/>
                </a:lnTo>
                <a:lnTo>
                  <a:pt x="1825244" y="187591"/>
                </a:lnTo>
                <a:lnTo>
                  <a:pt x="1863547" y="184937"/>
                </a:lnTo>
                <a:lnTo>
                  <a:pt x="1863547" y="5905"/>
                </a:lnTo>
                <a:lnTo>
                  <a:pt x="1817674" y="0"/>
                </a:lnTo>
                <a:lnTo>
                  <a:pt x="1774888" y="2882"/>
                </a:lnTo>
                <a:lnTo>
                  <a:pt x="1738464" y="10185"/>
                </a:lnTo>
                <a:lnTo>
                  <a:pt x="1709102" y="19939"/>
                </a:lnTo>
                <a:lnTo>
                  <a:pt x="1687512" y="30149"/>
                </a:lnTo>
                <a:lnTo>
                  <a:pt x="1706702" y="97256"/>
                </a:lnTo>
                <a:lnTo>
                  <a:pt x="1725574" y="87528"/>
                </a:lnTo>
                <a:lnTo>
                  <a:pt x="1748307" y="79451"/>
                </a:lnTo>
                <a:lnTo>
                  <a:pt x="1773351" y="73952"/>
                </a:lnTo>
                <a:lnTo>
                  <a:pt x="1799158" y="71907"/>
                </a:lnTo>
                <a:lnTo>
                  <a:pt x="1830349" y="76161"/>
                </a:lnTo>
                <a:lnTo>
                  <a:pt x="1848904" y="86893"/>
                </a:lnTo>
                <a:lnTo>
                  <a:pt x="1857819" y="101104"/>
                </a:lnTo>
                <a:lnTo>
                  <a:pt x="1860130" y="115760"/>
                </a:lnTo>
                <a:lnTo>
                  <a:pt x="1860130" y="119875"/>
                </a:lnTo>
                <a:lnTo>
                  <a:pt x="1804416" y="123317"/>
                </a:lnTo>
                <a:lnTo>
                  <a:pt x="1756498" y="133743"/>
                </a:lnTo>
                <a:lnTo>
                  <a:pt x="1717395" y="151282"/>
                </a:lnTo>
                <a:lnTo>
                  <a:pt x="1688185" y="176085"/>
                </a:lnTo>
                <a:lnTo>
                  <a:pt x="1669884" y="208254"/>
                </a:lnTo>
                <a:lnTo>
                  <a:pt x="1663547" y="247954"/>
                </a:lnTo>
                <a:lnTo>
                  <a:pt x="1670926" y="286537"/>
                </a:lnTo>
                <a:lnTo>
                  <a:pt x="1692224" y="319354"/>
                </a:lnTo>
                <a:lnTo>
                  <a:pt x="1726247" y="342163"/>
                </a:lnTo>
                <a:lnTo>
                  <a:pt x="1771764" y="350697"/>
                </a:lnTo>
                <a:lnTo>
                  <a:pt x="1800428" y="348030"/>
                </a:lnTo>
                <a:lnTo>
                  <a:pt x="1826387" y="340169"/>
                </a:lnTo>
                <a:lnTo>
                  <a:pt x="1849018" y="327291"/>
                </a:lnTo>
                <a:lnTo>
                  <a:pt x="1867662" y="309587"/>
                </a:lnTo>
                <a:lnTo>
                  <a:pt x="1869706" y="309587"/>
                </a:lnTo>
                <a:lnTo>
                  <a:pt x="1875878" y="343166"/>
                </a:lnTo>
                <a:lnTo>
                  <a:pt x="1969706" y="343166"/>
                </a:lnTo>
                <a:close/>
              </a:path>
            </a:pathLst>
          </a:custGeom>
          <a:solidFill>
            <a:srgbClr val="0000FC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092" dirty="0"/>
          </a:p>
        </p:txBody>
      </p:sp>
      <p:grpSp>
        <p:nvGrpSpPr>
          <p:cNvPr id="17" name="Grup 16">
            <a:extLst>
              <a:ext uri="{FF2B5EF4-FFF2-40B4-BE49-F238E27FC236}">
                <a16:creationId xmlns:a16="http://schemas.microsoft.com/office/drawing/2014/main" id="{E5E79990-B3D4-A5DB-F356-5609C065B4D7}"/>
              </a:ext>
            </a:extLst>
          </p:cNvPr>
          <p:cNvGrpSpPr/>
          <p:nvPr/>
        </p:nvGrpSpPr>
        <p:grpSpPr>
          <a:xfrm rot="10800000">
            <a:off x="10057842" y="4237273"/>
            <a:ext cx="1865580" cy="2620727"/>
            <a:chOff x="9552195" y="3879917"/>
            <a:chExt cx="1865580" cy="2620727"/>
          </a:xfrm>
        </p:grpSpPr>
        <p:sp>
          <p:nvSpPr>
            <p:cNvPr id="18" name="object 3">
              <a:extLst>
                <a:ext uri="{FF2B5EF4-FFF2-40B4-BE49-F238E27FC236}">
                  <a16:creationId xmlns:a16="http://schemas.microsoft.com/office/drawing/2014/main" id="{6E813AB2-E4C3-8E52-7EC4-BB1DF27EB0B2}"/>
                </a:ext>
              </a:extLst>
            </p:cNvPr>
            <p:cNvSpPr/>
            <p:nvPr/>
          </p:nvSpPr>
          <p:spPr>
            <a:xfrm>
              <a:off x="9552195" y="3879917"/>
              <a:ext cx="1530693" cy="2620727"/>
            </a:xfrm>
            <a:custGeom>
              <a:avLst/>
              <a:gdLst/>
              <a:ahLst/>
              <a:cxnLst/>
              <a:rect l="l" t="t" r="r" b="b"/>
              <a:pathLst>
                <a:path w="1755775" h="3842385">
                  <a:moveTo>
                    <a:pt x="1755433" y="0"/>
                  </a:moveTo>
                  <a:lnTo>
                    <a:pt x="0" y="0"/>
                  </a:lnTo>
                  <a:lnTo>
                    <a:pt x="1" y="2964216"/>
                  </a:lnTo>
                  <a:lnTo>
                    <a:pt x="1298" y="3012375"/>
                  </a:lnTo>
                  <a:lnTo>
                    <a:pt x="5150" y="3059855"/>
                  </a:lnTo>
                  <a:lnTo>
                    <a:pt x="11487" y="3106589"/>
                  </a:lnTo>
                  <a:lnTo>
                    <a:pt x="20244" y="3152510"/>
                  </a:lnTo>
                  <a:lnTo>
                    <a:pt x="31353" y="3197552"/>
                  </a:lnTo>
                  <a:lnTo>
                    <a:pt x="44747" y="3241647"/>
                  </a:lnTo>
                  <a:lnTo>
                    <a:pt x="60359" y="3284729"/>
                  </a:lnTo>
                  <a:lnTo>
                    <a:pt x="78122" y="3326730"/>
                  </a:lnTo>
                  <a:lnTo>
                    <a:pt x="97969" y="3367583"/>
                  </a:lnTo>
                  <a:lnTo>
                    <a:pt x="119834" y="3407223"/>
                  </a:lnTo>
                  <a:lnTo>
                    <a:pt x="143650" y="3445581"/>
                  </a:lnTo>
                  <a:lnTo>
                    <a:pt x="169349" y="3482591"/>
                  </a:lnTo>
                  <a:lnTo>
                    <a:pt x="196865" y="3518185"/>
                  </a:lnTo>
                  <a:lnTo>
                    <a:pt x="226130" y="3552298"/>
                  </a:lnTo>
                  <a:lnTo>
                    <a:pt x="257078" y="3584862"/>
                  </a:lnTo>
                  <a:lnTo>
                    <a:pt x="289642" y="3615810"/>
                  </a:lnTo>
                  <a:lnTo>
                    <a:pt x="323755" y="3645075"/>
                  </a:lnTo>
                  <a:lnTo>
                    <a:pt x="359349" y="3672591"/>
                  </a:lnTo>
                  <a:lnTo>
                    <a:pt x="396359" y="3698290"/>
                  </a:lnTo>
                  <a:lnTo>
                    <a:pt x="434717" y="3722105"/>
                  </a:lnTo>
                  <a:lnTo>
                    <a:pt x="474355" y="3743970"/>
                  </a:lnTo>
                  <a:lnTo>
                    <a:pt x="515208" y="3763817"/>
                  </a:lnTo>
                  <a:lnTo>
                    <a:pt x="557209" y="3781580"/>
                  </a:lnTo>
                  <a:lnTo>
                    <a:pt x="600289" y="3797192"/>
                  </a:lnTo>
                  <a:lnTo>
                    <a:pt x="644383" y="3810585"/>
                  </a:lnTo>
                  <a:lnTo>
                    <a:pt x="689424" y="3821694"/>
                  </a:lnTo>
                  <a:lnTo>
                    <a:pt x="735343" y="3830450"/>
                  </a:lnTo>
                  <a:lnTo>
                    <a:pt x="782076" y="3836788"/>
                  </a:lnTo>
                  <a:lnTo>
                    <a:pt x="829554" y="3840639"/>
                  </a:lnTo>
                  <a:lnTo>
                    <a:pt x="877711" y="3841935"/>
                  </a:lnTo>
                  <a:lnTo>
                    <a:pt x="925869" y="3840639"/>
                  </a:lnTo>
                  <a:lnTo>
                    <a:pt x="973348" y="3836788"/>
                  </a:lnTo>
                  <a:lnTo>
                    <a:pt x="1020081" y="3830450"/>
                  </a:lnTo>
                  <a:lnTo>
                    <a:pt x="1066002" y="3821694"/>
                  </a:lnTo>
                  <a:lnTo>
                    <a:pt x="1111043" y="3810585"/>
                  </a:lnTo>
                  <a:lnTo>
                    <a:pt x="1155138" y="3797192"/>
                  </a:lnTo>
                  <a:lnTo>
                    <a:pt x="1198219" y="3781580"/>
                  </a:lnTo>
                  <a:lnTo>
                    <a:pt x="1240220" y="3763817"/>
                  </a:lnTo>
                  <a:lnTo>
                    <a:pt x="1281074" y="3743970"/>
                  </a:lnTo>
                  <a:lnTo>
                    <a:pt x="1320713" y="3722105"/>
                  </a:lnTo>
                  <a:lnTo>
                    <a:pt x="1359071" y="3698290"/>
                  </a:lnTo>
                  <a:lnTo>
                    <a:pt x="1396081" y="3672591"/>
                  </a:lnTo>
                  <a:lnTo>
                    <a:pt x="1431676" y="3645075"/>
                  </a:lnTo>
                  <a:lnTo>
                    <a:pt x="1465789" y="3615810"/>
                  </a:lnTo>
                  <a:lnTo>
                    <a:pt x="1498353" y="3584862"/>
                  </a:lnTo>
                  <a:lnTo>
                    <a:pt x="1529301" y="3552298"/>
                  </a:lnTo>
                  <a:lnTo>
                    <a:pt x="1558567" y="3518185"/>
                  </a:lnTo>
                  <a:lnTo>
                    <a:pt x="1586083" y="3482591"/>
                  </a:lnTo>
                  <a:lnTo>
                    <a:pt x="1611782" y="3445581"/>
                  </a:lnTo>
                  <a:lnTo>
                    <a:pt x="1635598" y="3407223"/>
                  </a:lnTo>
                  <a:lnTo>
                    <a:pt x="1657463" y="3367583"/>
                  </a:lnTo>
                  <a:lnTo>
                    <a:pt x="1677310" y="3326730"/>
                  </a:lnTo>
                  <a:lnTo>
                    <a:pt x="1695074" y="3284729"/>
                  </a:lnTo>
                  <a:lnTo>
                    <a:pt x="1710686" y="3241647"/>
                  </a:lnTo>
                  <a:lnTo>
                    <a:pt x="1724080" y="3197552"/>
                  </a:lnTo>
                  <a:lnTo>
                    <a:pt x="1735188" y="3152510"/>
                  </a:lnTo>
                  <a:lnTo>
                    <a:pt x="1743945" y="3106589"/>
                  </a:lnTo>
                  <a:lnTo>
                    <a:pt x="1750283" y="3059855"/>
                  </a:lnTo>
                  <a:lnTo>
                    <a:pt x="1754134" y="3012375"/>
                  </a:lnTo>
                  <a:lnTo>
                    <a:pt x="1755434" y="2964216"/>
                  </a:lnTo>
                  <a:lnTo>
                    <a:pt x="1755433" y="0"/>
                  </a:lnTo>
                  <a:close/>
                </a:path>
              </a:pathLst>
            </a:custGeom>
            <a:solidFill>
              <a:schemeClr val="bg1">
                <a:alpha val="19999"/>
              </a:schemeClr>
            </a:solidFill>
            <a:ln>
              <a:solidFill>
                <a:schemeClr val="tx2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9" name="object 3">
              <a:extLst>
                <a:ext uri="{FF2B5EF4-FFF2-40B4-BE49-F238E27FC236}">
                  <a16:creationId xmlns:a16="http://schemas.microsoft.com/office/drawing/2014/main" id="{B3C7919B-CB19-ADAE-9917-361A7AD85BF4}"/>
                </a:ext>
              </a:extLst>
            </p:cNvPr>
            <p:cNvSpPr/>
            <p:nvPr/>
          </p:nvSpPr>
          <p:spPr>
            <a:xfrm>
              <a:off x="9887082" y="3879917"/>
              <a:ext cx="1530693" cy="2620727"/>
            </a:xfrm>
            <a:custGeom>
              <a:avLst/>
              <a:gdLst/>
              <a:ahLst/>
              <a:cxnLst/>
              <a:rect l="l" t="t" r="r" b="b"/>
              <a:pathLst>
                <a:path w="1755775" h="3842385">
                  <a:moveTo>
                    <a:pt x="1755433" y="0"/>
                  </a:moveTo>
                  <a:lnTo>
                    <a:pt x="0" y="0"/>
                  </a:lnTo>
                  <a:lnTo>
                    <a:pt x="1" y="2964216"/>
                  </a:lnTo>
                  <a:lnTo>
                    <a:pt x="1298" y="3012375"/>
                  </a:lnTo>
                  <a:lnTo>
                    <a:pt x="5150" y="3059855"/>
                  </a:lnTo>
                  <a:lnTo>
                    <a:pt x="11487" y="3106589"/>
                  </a:lnTo>
                  <a:lnTo>
                    <a:pt x="20244" y="3152510"/>
                  </a:lnTo>
                  <a:lnTo>
                    <a:pt x="31353" y="3197552"/>
                  </a:lnTo>
                  <a:lnTo>
                    <a:pt x="44747" y="3241647"/>
                  </a:lnTo>
                  <a:lnTo>
                    <a:pt x="60359" y="3284729"/>
                  </a:lnTo>
                  <a:lnTo>
                    <a:pt x="78122" y="3326730"/>
                  </a:lnTo>
                  <a:lnTo>
                    <a:pt x="97969" y="3367583"/>
                  </a:lnTo>
                  <a:lnTo>
                    <a:pt x="119834" y="3407223"/>
                  </a:lnTo>
                  <a:lnTo>
                    <a:pt x="143650" y="3445581"/>
                  </a:lnTo>
                  <a:lnTo>
                    <a:pt x="169349" y="3482591"/>
                  </a:lnTo>
                  <a:lnTo>
                    <a:pt x="196865" y="3518185"/>
                  </a:lnTo>
                  <a:lnTo>
                    <a:pt x="226130" y="3552298"/>
                  </a:lnTo>
                  <a:lnTo>
                    <a:pt x="257078" y="3584862"/>
                  </a:lnTo>
                  <a:lnTo>
                    <a:pt x="289642" y="3615810"/>
                  </a:lnTo>
                  <a:lnTo>
                    <a:pt x="323755" y="3645075"/>
                  </a:lnTo>
                  <a:lnTo>
                    <a:pt x="359349" y="3672591"/>
                  </a:lnTo>
                  <a:lnTo>
                    <a:pt x="396359" y="3698290"/>
                  </a:lnTo>
                  <a:lnTo>
                    <a:pt x="434717" y="3722105"/>
                  </a:lnTo>
                  <a:lnTo>
                    <a:pt x="474355" y="3743970"/>
                  </a:lnTo>
                  <a:lnTo>
                    <a:pt x="515208" y="3763817"/>
                  </a:lnTo>
                  <a:lnTo>
                    <a:pt x="557209" y="3781580"/>
                  </a:lnTo>
                  <a:lnTo>
                    <a:pt x="600289" y="3797192"/>
                  </a:lnTo>
                  <a:lnTo>
                    <a:pt x="644383" y="3810585"/>
                  </a:lnTo>
                  <a:lnTo>
                    <a:pt x="689424" y="3821694"/>
                  </a:lnTo>
                  <a:lnTo>
                    <a:pt x="735343" y="3830450"/>
                  </a:lnTo>
                  <a:lnTo>
                    <a:pt x="782076" y="3836788"/>
                  </a:lnTo>
                  <a:lnTo>
                    <a:pt x="829554" y="3840639"/>
                  </a:lnTo>
                  <a:lnTo>
                    <a:pt x="877711" y="3841935"/>
                  </a:lnTo>
                  <a:lnTo>
                    <a:pt x="925869" y="3840639"/>
                  </a:lnTo>
                  <a:lnTo>
                    <a:pt x="973348" y="3836788"/>
                  </a:lnTo>
                  <a:lnTo>
                    <a:pt x="1020081" y="3830450"/>
                  </a:lnTo>
                  <a:lnTo>
                    <a:pt x="1066002" y="3821694"/>
                  </a:lnTo>
                  <a:lnTo>
                    <a:pt x="1111043" y="3810585"/>
                  </a:lnTo>
                  <a:lnTo>
                    <a:pt x="1155138" y="3797192"/>
                  </a:lnTo>
                  <a:lnTo>
                    <a:pt x="1198219" y="3781580"/>
                  </a:lnTo>
                  <a:lnTo>
                    <a:pt x="1240220" y="3763817"/>
                  </a:lnTo>
                  <a:lnTo>
                    <a:pt x="1281074" y="3743970"/>
                  </a:lnTo>
                  <a:lnTo>
                    <a:pt x="1320713" y="3722105"/>
                  </a:lnTo>
                  <a:lnTo>
                    <a:pt x="1359071" y="3698290"/>
                  </a:lnTo>
                  <a:lnTo>
                    <a:pt x="1396081" y="3672591"/>
                  </a:lnTo>
                  <a:lnTo>
                    <a:pt x="1431676" y="3645075"/>
                  </a:lnTo>
                  <a:lnTo>
                    <a:pt x="1465789" y="3615810"/>
                  </a:lnTo>
                  <a:lnTo>
                    <a:pt x="1498353" y="3584862"/>
                  </a:lnTo>
                  <a:lnTo>
                    <a:pt x="1529301" y="3552298"/>
                  </a:lnTo>
                  <a:lnTo>
                    <a:pt x="1558567" y="3518185"/>
                  </a:lnTo>
                  <a:lnTo>
                    <a:pt x="1586083" y="3482591"/>
                  </a:lnTo>
                  <a:lnTo>
                    <a:pt x="1611782" y="3445581"/>
                  </a:lnTo>
                  <a:lnTo>
                    <a:pt x="1635598" y="3407223"/>
                  </a:lnTo>
                  <a:lnTo>
                    <a:pt x="1657463" y="3367583"/>
                  </a:lnTo>
                  <a:lnTo>
                    <a:pt x="1677310" y="3326730"/>
                  </a:lnTo>
                  <a:lnTo>
                    <a:pt x="1695074" y="3284729"/>
                  </a:lnTo>
                  <a:lnTo>
                    <a:pt x="1710686" y="3241647"/>
                  </a:lnTo>
                  <a:lnTo>
                    <a:pt x="1724080" y="3197552"/>
                  </a:lnTo>
                  <a:lnTo>
                    <a:pt x="1735188" y="3152510"/>
                  </a:lnTo>
                  <a:lnTo>
                    <a:pt x="1743945" y="3106589"/>
                  </a:lnTo>
                  <a:lnTo>
                    <a:pt x="1750283" y="3059855"/>
                  </a:lnTo>
                  <a:lnTo>
                    <a:pt x="1754134" y="3012375"/>
                  </a:lnTo>
                  <a:lnTo>
                    <a:pt x="1755434" y="2964216"/>
                  </a:lnTo>
                  <a:lnTo>
                    <a:pt x="1755433" y="0"/>
                  </a:lnTo>
                  <a:close/>
                </a:path>
              </a:pathLst>
            </a:custGeom>
            <a:solidFill>
              <a:srgbClr val="B6CA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bject 3">
            <a:extLst>
              <a:ext uri="{FF2B5EF4-FFF2-40B4-BE49-F238E27FC236}">
                <a16:creationId xmlns:a16="http://schemas.microsoft.com/office/drawing/2014/main" id="{40E19BBC-4576-ADB0-6378-1BF842F3D248}"/>
              </a:ext>
            </a:extLst>
          </p:cNvPr>
          <p:cNvSpPr>
            <a:spLocks noChangeAspect="1"/>
          </p:cNvSpPr>
          <p:nvPr/>
        </p:nvSpPr>
        <p:spPr>
          <a:xfrm>
            <a:off x="244769" y="-1438805"/>
            <a:ext cx="1314417" cy="3235678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rgbClr val="B6CAFF">
              <a:alpha val="1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3">
            <a:extLst>
              <a:ext uri="{FF2B5EF4-FFF2-40B4-BE49-F238E27FC236}">
                <a16:creationId xmlns:a16="http://schemas.microsoft.com/office/drawing/2014/main" id="{8CDC44B0-B19A-EA2C-C22E-9AA8EB4D73E7}"/>
              </a:ext>
            </a:extLst>
          </p:cNvPr>
          <p:cNvSpPr/>
          <p:nvPr/>
        </p:nvSpPr>
        <p:spPr>
          <a:xfrm rot="10800000">
            <a:off x="10696639" y="3616424"/>
            <a:ext cx="1314417" cy="3358950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rgbClr val="EDF3FF">
              <a:alpha val="13998"/>
            </a:srgbClr>
          </a:solidFill>
          <a:ln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5">
            <a:extLst>
              <a:ext uri="{FF2B5EF4-FFF2-40B4-BE49-F238E27FC236}">
                <a16:creationId xmlns:a16="http://schemas.microsoft.com/office/drawing/2014/main" id="{E7ED1AF8-4120-9C4A-E4A5-C6FC83DC6DE2}"/>
              </a:ext>
            </a:extLst>
          </p:cNvPr>
          <p:cNvSpPr/>
          <p:nvPr/>
        </p:nvSpPr>
        <p:spPr>
          <a:xfrm>
            <a:off x="107004" y="6230270"/>
            <a:ext cx="11904051" cy="496126"/>
          </a:xfrm>
          <a:custGeom>
            <a:avLst/>
            <a:gdLst/>
            <a:ahLst/>
            <a:cxnLst/>
            <a:rect l="l" t="t" r="r" b="b"/>
            <a:pathLst>
              <a:path w="17444720" h="795020">
                <a:moveTo>
                  <a:pt x="17155708" y="0"/>
                </a:moveTo>
                <a:lnTo>
                  <a:pt x="288965" y="0"/>
                </a:lnTo>
                <a:lnTo>
                  <a:pt x="242091" y="3782"/>
                </a:lnTo>
                <a:lnTo>
                  <a:pt x="197627" y="14732"/>
                </a:lnTo>
                <a:lnTo>
                  <a:pt x="156166" y="32254"/>
                </a:lnTo>
                <a:lnTo>
                  <a:pt x="118303" y="55754"/>
                </a:lnTo>
                <a:lnTo>
                  <a:pt x="84633" y="84637"/>
                </a:lnTo>
                <a:lnTo>
                  <a:pt x="55751" y="118307"/>
                </a:lnTo>
                <a:lnTo>
                  <a:pt x="32252" y="156170"/>
                </a:lnTo>
                <a:lnTo>
                  <a:pt x="14731" y="197631"/>
                </a:lnTo>
                <a:lnTo>
                  <a:pt x="3781" y="242094"/>
                </a:lnTo>
                <a:lnTo>
                  <a:pt x="0" y="288965"/>
                </a:lnTo>
                <a:lnTo>
                  <a:pt x="0" y="505461"/>
                </a:lnTo>
                <a:lnTo>
                  <a:pt x="3781" y="552331"/>
                </a:lnTo>
                <a:lnTo>
                  <a:pt x="14731" y="596794"/>
                </a:lnTo>
                <a:lnTo>
                  <a:pt x="32252" y="638255"/>
                </a:lnTo>
                <a:lnTo>
                  <a:pt x="55751" y="676118"/>
                </a:lnTo>
                <a:lnTo>
                  <a:pt x="84633" y="709788"/>
                </a:lnTo>
                <a:lnTo>
                  <a:pt x="118303" y="738671"/>
                </a:lnTo>
                <a:lnTo>
                  <a:pt x="156166" y="762171"/>
                </a:lnTo>
                <a:lnTo>
                  <a:pt x="197627" y="779694"/>
                </a:lnTo>
                <a:lnTo>
                  <a:pt x="242091" y="790643"/>
                </a:lnTo>
                <a:lnTo>
                  <a:pt x="288965" y="794426"/>
                </a:lnTo>
                <a:lnTo>
                  <a:pt x="17155708" y="794426"/>
                </a:lnTo>
                <a:lnTo>
                  <a:pt x="17202578" y="790643"/>
                </a:lnTo>
                <a:lnTo>
                  <a:pt x="17247041" y="779694"/>
                </a:lnTo>
                <a:lnTo>
                  <a:pt x="17288502" y="762171"/>
                </a:lnTo>
                <a:lnTo>
                  <a:pt x="17326365" y="738671"/>
                </a:lnTo>
                <a:lnTo>
                  <a:pt x="17360035" y="709788"/>
                </a:lnTo>
                <a:lnTo>
                  <a:pt x="17388918" y="676118"/>
                </a:lnTo>
                <a:lnTo>
                  <a:pt x="17412418" y="638255"/>
                </a:lnTo>
                <a:lnTo>
                  <a:pt x="17429940" y="596794"/>
                </a:lnTo>
                <a:lnTo>
                  <a:pt x="17440890" y="552331"/>
                </a:lnTo>
                <a:lnTo>
                  <a:pt x="17444673" y="505461"/>
                </a:lnTo>
                <a:lnTo>
                  <a:pt x="17444673" y="288965"/>
                </a:lnTo>
                <a:lnTo>
                  <a:pt x="17440890" y="242094"/>
                </a:lnTo>
                <a:lnTo>
                  <a:pt x="17429940" y="197631"/>
                </a:lnTo>
                <a:lnTo>
                  <a:pt x="17412418" y="156170"/>
                </a:lnTo>
                <a:lnTo>
                  <a:pt x="17388918" y="118307"/>
                </a:lnTo>
                <a:lnTo>
                  <a:pt x="17360035" y="84637"/>
                </a:lnTo>
                <a:lnTo>
                  <a:pt x="17326365" y="55754"/>
                </a:lnTo>
                <a:lnTo>
                  <a:pt x="17288502" y="32254"/>
                </a:lnTo>
                <a:lnTo>
                  <a:pt x="17247041" y="14732"/>
                </a:lnTo>
                <a:lnTo>
                  <a:pt x="17202578" y="3782"/>
                </a:lnTo>
                <a:lnTo>
                  <a:pt x="17155708" y="0"/>
                </a:lnTo>
                <a:close/>
              </a:path>
            </a:pathLst>
          </a:custGeom>
          <a:solidFill>
            <a:srgbClr val="DCE8F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379667"/>
            <a:ext cx="1343573" cy="47891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lang="tr-TR" sz="2392" b="1" dirty="0">
                <a:solidFill>
                  <a:schemeClr val="tx2">
                    <a:lumMod val="50000"/>
                  </a:schemeClr>
                </a:solidFill>
              </a:rPr>
              <a:t>Hakkında</a:t>
            </a:r>
            <a:endParaRPr sz="2392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6F2CF0A4-4C28-9146-4AAC-19AA9EE8419F}"/>
              </a:ext>
            </a:extLst>
          </p:cNvPr>
          <p:cNvSpPr>
            <a:spLocks noChangeAspect="1"/>
          </p:cNvSpPr>
          <p:nvPr/>
        </p:nvSpPr>
        <p:spPr>
          <a:xfrm>
            <a:off x="11014675" y="6418761"/>
            <a:ext cx="680836" cy="121376"/>
          </a:xfrm>
          <a:custGeom>
            <a:avLst/>
            <a:gdLst/>
            <a:ahLst/>
            <a:cxnLst/>
            <a:rect l="l" t="t" r="r" b="b"/>
            <a:pathLst>
              <a:path w="1969770" h="351154">
                <a:moveTo>
                  <a:pt x="235800" y="57454"/>
                </a:moveTo>
                <a:lnTo>
                  <a:pt x="0" y="57454"/>
                </a:lnTo>
                <a:lnTo>
                  <a:pt x="0" y="293255"/>
                </a:lnTo>
                <a:lnTo>
                  <a:pt x="235800" y="293255"/>
                </a:lnTo>
                <a:lnTo>
                  <a:pt x="235800" y="57454"/>
                </a:lnTo>
                <a:close/>
              </a:path>
              <a:path w="1969770" h="351154">
                <a:moveTo>
                  <a:pt x="612825" y="167817"/>
                </a:moveTo>
                <a:lnTo>
                  <a:pt x="609282" y="126669"/>
                </a:lnTo>
                <a:lnTo>
                  <a:pt x="598157" y="87655"/>
                </a:lnTo>
                <a:lnTo>
                  <a:pt x="578739" y="53174"/>
                </a:lnTo>
                <a:lnTo>
                  <a:pt x="550316" y="25603"/>
                </a:lnTo>
                <a:lnTo>
                  <a:pt x="516242" y="9283"/>
                </a:lnTo>
                <a:lnTo>
                  <a:pt x="516242" y="137693"/>
                </a:lnTo>
                <a:lnTo>
                  <a:pt x="392950" y="137693"/>
                </a:lnTo>
                <a:lnTo>
                  <a:pt x="397992" y="115531"/>
                </a:lnTo>
                <a:lnTo>
                  <a:pt x="409727" y="93510"/>
                </a:lnTo>
                <a:lnTo>
                  <a:pt x="429158" y="76619"/>
                </a:lnTo>
                <a:lnTo>
                  <a:pt x="457327" y="69875"/>
                </a:lnTo>
                <a:lnTo>
                  <a:pt x="486765" y="76911"/>
                </a:lnTo>
                <a:lnTo>
                  <a:pt x="504761" y="94272"/>
                </a:lnTo>
                <a:lnTo>
                  <a:pt x="513778" y="116395"/>
                </a:lnTo>
                <a:lnTo>
                  <a:pt x="516128" y="136740"/>
                </a:lnTo>
                <a:lnTo>
                  <a:pt x="516242" y="137693"/>
                </a:lnTo>
                <a:lnTo>
                  <a:pt x="516242" y="9283"/>
                </a:lnTo>
                <a:lnTo>
                  <a:pt x="512140" y="7315"/>
                </a:lnTo>
                <a:lnTo>
                  <a:pt x="463499" y="698"/>
                </a:lnTo>
                <a:lnTo>
                  <a:pt x="410540" y="8039"/>
                </a:lnTo>
                <a:lnTo>
                  <a:pt x="367880" y="28168"/>
                </a:lnTo>
                <a:lnTo>
                  <a:pt x="335241" y="58229"/>
                </a:lnTo>
                <a:lnTo>
                  <a:pt x="312293" y="95377"/>
                </a:lnTo>
                <a:lnTo>
                  <a:pt x="298754" y="136740"/>
                </a:lnTo>
                <a:lnTo>
                  <a:pt x="294309" y="179476"/>
                </a:lnTo>
                <a:lnTo>
                  <a:pt x="299656" y="228498"/>
                </a:lnTo>
                <a:lnTo>
                  <a:pt x="315391" y="270268"/>
                </a:lnTo>
                <a:lnTo>
                  <a:pt x="341058" y="304050"/>
                </a:lnTo>
                <a:lnTo>
                  <a:pt x="376212" y="329095"/>
                </a:lnTo>
                <a:lnTo>
                  <a:pt x="420370" y="344665"/>
                </a:lnTo>
                <a:lnTo>
                  <a:pt x="473087" y="350024"/>
                </a:lnTo>
                <a:lnTo>
                  <a:pt x="506285" y="348729"/>
                </a:lnTo>
                <a:lnTo>
                  <a:pt x="537819" y="344805"/>
                </a:lnTo>
                <a:lnTo>
                  <a:pt x="567296" y="338175"/>
                </a:lnTo>
                <a:lnTo>
                  <a:pt x="594334" y="328790"/>
                </a:lnTo>
                <a:lnTo>
                  <a:pt x="583425" y="272630"/>
                </a:lnTo>
                <a:lnTo>
                  <a:pt x="580631" y="258254"/>
                </a:lnTo>
                <a:lnTo>
                  <a:pt x="559333" y="264541"/>
                </a:lnTo>
                <a:lnTo>
                  <a:pt x="537210" y="269024"/>
                </a:lnTo>
                <a:lnTo>
                  <a:pt x="513676" y="271729"/>
                </a:lnTo>
                <a:lnTo>
                  <a:pt x="488149" y="272630"/>
                </a:lnTo>
                <a:lnTo>
                  <a:pt x="453250" y="268744"/>
                </a:lnTo>
                <a:lnTo>
                  <a:pt x="423684" y="256959"/>
                </a:lnTo>
                <a:lnTo>
                  <a:pt x="402717" y="237083"/>
                </a:lnTo>
                <a:lnTo>
                  <a:pt x="393636" y="208915"/>
                </a:lnTo>
                <a:lnTo>
                  <a:pt x="609396" y="208915"/>
                </a:lnTo>
                <a:lnTo>
                  <a:pt x="610501" y="201828"/>
                </a:lnTo>
                <a:lnTo>
                  <a:pt x="611619" y="192227"/>
                </a:lnTo>
                <a:lnTo>
                  <a:pt x="612482" y="180695"/>
                </a:lnTo>
                <a:lnTo>
                  <a:pt x="612825" y="167817"/>
                </a:lnTo>
                <a:close/>
              </a:path>
              <a:path w="1969770" h="351154">
                <a:moveTo>
                  <a:pt x="960602" y="148628"/>
                </a:moveTo>
                <a:lnTo>
                  <a:pt x="954709" y="95719"/>
                </a:lnTo>
                <a:lnTo>
                  <a:pt x="938136" y="55156"/>
                </a:lnTo>
                <a:lnTo>
                  <a:pt x="912520" y="26581"/>
                </a:lnTo>
                <a:lnTo>
                  <a:pt x="840740" y="4114"/>
                </a:lnTo>
                <a:lnTo>
                  <a:pt x="802805" y="9486"/>
                </a:lnTo>
                <a:lnTo>
                  <a:pt x="773099" y="22948"/>
                </a:lnTo>
                <a:lnTo>
                  <a:pt x="751344" y="40513"/>
                </a:lnTo>
                <a:lnTo>
                  <a:pt x="737298" y="58216"/>
                </a:lnTo>
                <a:lnTo>
                  <a:pt x="735266" y="58216"/>
                </a:lnTo>
                <a:lnTo>
                  <a:pt x="730465" y="11645"/>
                </a:lnTo>
                <a:lnTo>
                  <a:pt x="640054" y="11645"/>
                </a:lnTo>
                <a:lnTo>
                  <a:pt x="641934" y="60706"/>
                </a:lnTo>
                <a:lnTo>
                  <a:pt x="642556" y="88404"/>
                </a:lnTo>
                <a:lnTo>
                  <a:pt x="642797" y="118491"/>
                </a:lnTo>
                <a:lnTo>
                  <a:pt x="642797" y="346595"/>
                </a:lnTo>
                <a:lnTo>
                  <a:pt x="746899" y="346595"/>
                </a:lnTo>
                <a:lnTo>
                  <a:pt x="746899" y="153441"/>
                </a:lnTo>
                <a:lnTo>
                  <a:pt x="747039" y="146291"/>
                </a:lnTo>
                <a:lnTo>
                  <a:pt x="769073" y="100685"/>
                </a:lnTo>
                <a:lnTo>
                  <a:pt x="803757" y="88366"/>
                </a:lnTo>
                <a:lnTo>
                  <a:pt x="827887" y="93637"/>
                </a:lnTo>
                <a:lnTo>
                  <a:pt x="844245" y="108483"/>
                </a:lnTo>
                <a:lnTo>
                  <a:pt x="853541" y="131419"/>
                </a:lnTo>
                <a:lnTo>
                  <a:pt x="856488" y="160972"/>
                </a:lnTo>
                <a:lnTo>
                  <a:pt x="856488" y="346595"/>
                </a:lnTo>
                <a:lnTo>
                  <a:pt x="960602" y="346595"/>
                </a:lnTo>
                <a:lnTo>
                  <a:pt x="960602" y="148628"/>
                </a:lnTo>
                <a:close/>
              </a:path>
              <a:path w="1969770" h="351154">
                <a:moveTo>
                  <a:pt x="1337843" y="171919"/>
                </a:moveTo>
                <a:lnTo>
                  <a:pt x="1332293" y="123990"/>
                </a:lnTo>
                <a:lnTo>
                  <a:pt x="1316304" y="82296"/>
                </a:lnTo>
                <a:lnTo>
                  <a:pt x="1310640" y="74663"/>
                </a:lnTo>
                <a:lnTo>
                  <a:pt x="1290840" y="47955"/>
                </a:lnTo>
                <a:lnTo>
                  <a:pt x="1256868" y="22047"/>
                </a:lnTo>
                <a:lnTo>
                  <a:pt x="1230312" y="11595"/>
                </a:lnTo>
                <a:lnTo>
                  <a:pt x="1230312" y="174663"/>
                </a:lnTo>
                <a:lnTo>
                  <a:pt x="1225804" y="215353"/>
                </a:lnTo>
                <a:lnTo>
                  <a:pt x="1225702" y="216217"/>
                </a:lnTo>
                <a:lnTo>
                  <a:pt x="1212507" y="248208"/>
                </a:lnTo>
                <a:lnTo>
                  <a:pt x="1191590" y="268770"/>
                </a:lnTo>
                <a:lnTo>
                  <a:pt x="1163866" y="276034"/>
                </a:lnTo>
                <a:lnTo>
                  <a:pt x="1134376" y="268401"/>
                </a:lnTo>
                <a:lnTo>
                  <a:pt x="1112926" y="247269"/>
                </a:lnTo>
                <a:lnTo>
                  <a:pt x="1099820" y="215353"/>
                </a:lnTo>
                <a:lnTo>
                  <a:pt x="1095375" y="175348"/>
                </a:lnTo>
                <a:lnTo>
                  <a:pt x="1099146" y="138811"/>
                </a:lnTo>
                <a:lnTo>
                  <a:pt x="1111135" y="106502"/>
                </a:lnTo>
                <a:lnTo>
                  <a:pt x="1132306" y="83515"/>
                </a:lnTo>
                <a:lnTo>
                  <a:pt x="1132154" y="83515"/>
                </a:lnTo>
                <a:lnTo>
                  <a:pt x="1163866" y="74663"/>
                </a:lnTo>
                <a:lnTo>
                  <a:pt x="1194752" y="83515"/>
                </a:lnTo>
                <a:lnTo>
                  <a:pt x="1194333" y="83515"/>
                </a:lnTo>
                <a:lnTo>
                  <a:pt x="1214805" y="106159"/>
                </a:lnTo>
                <a:lnTo>
                  <a:pt x="1226578" y="138226"/>
                </a:lnTo>
                <a:lnTo>
                  <a:pt x="1230312" y="174663"/>
                </a:lnTo>
                <a:lnTo>
                  <a:pt x="1230312" y="11595"/>
                </a:lnTo>
                <a:lnTo>
                  <a:pt x="1215364" y="5702"/>
                </a:lnTo>
                <a:lnTo>
                  <a:pt x="1167295" y="0"/>
                </a:lnTo>
                <a:lnTo>
                  <a:pt x="1115822" y="5702"/>
                </a:lnTo>
                <a:lnTo>
                  <a:pt x="1116241" y="5702"/>
                </a:lnTo>
                <a:lnTo>
                  <a:pt x="1072565" y="22047"/>
                </a:lnTo>
                <a:lnTo>
                  <a:pt x="1036980" y="48209"/>
                </a:lnTo>
                <a:lnTo>
                  <a:pt x="1010310" y="83515"/>
                </a:lnTo>
                <a:lnTo>
                  <a:pt x="993609" y="127076"/>
                </a:lnTo>
                <a:lnTo>
                  <a:pt x="987831" y="178079"/>
                </a:lnTo>
                <a:lnTo>
                  <a:pt x="993787" y="227736"/>
                </a:lnTo>
                <a:lnTo>
                  <a:pt x="993863" y="228447"/>
                </a:lnTo>
                <a:lnTo>
                  <a:pt x="1010996" y="270929"/>
                </a:lnTo>
                <a:lnTo>
                  <a:pt x="1037742" y="304977"/>
                </a:lnTo>
                <a:lnTo>
                  <a:pt x="1072667" y="329996"/>
                </a:lnTo>
                <a:lnTo>
                  <a:pt x="1114285" y="345427"/>
                </a:lnTo>
                <a:lnTo>
                  <a:pt x="1161122" y="350697"/>
                </a:lnTo>
                <a:lnTo>
                  <a:pt x="1205369" y="345960"/>
                </a:lnTo>
                <a:lnTo>
                  <a:pt x="1246822" y="331597"/>
                </a:lnTo>
                <a:lnTo>
                  <a:pt x="1283131" y="307289"/>
                </a:lnTo>
                <a:lnTo>
                  <a:pt x="1309230" y="276034"/>
                </a:lnTo>
                <a:lnTo>
                  <a:pt x="1311973" y="272757"/>
                </a:lnTo>
                <a:lnTo>
                  <a:pt x="1330985" y="227736"/>
                </a:lnTo>
                <a:lnTo>
                  <a:pt x="1337843" y="171919"/>
                </a:lnTo>
                <a:close/>
              </a:path>
              <a:path w="1969770" h="351154">
                <a:moveTo>
                  <a:pt x="1636318" y="13716"/>
                </a:moveTo>
                <a:lnTo>
                  <a:pt x="1618513" y="8216"/>
                </a:lnTo>
                <a:lnTo>
                  <a:pt x="1598650" y="4127"/>
                </a:lnTo>
                <a:lnTo>
                  <a:pt x="1577759" y="1574"/>
                </a:lnTo>
                <a:lnTo>
                  <a:pt x="1556867" y="698"/>
                </a:lnTo>
                <a:lnTo>
                  <a:pt x="1499374" y="7086"/>
                </a:lnTo>
                <a:lnTo>
                  <a:pt x="1451737" y="25107"/>
                </a:lnTo>
                <a:lnTo>
                  <a:pt x="1414221" y="53009"/>
                </a:lnTo>
                <a:lnTo>
                  <a:pt x="1387094" y="89077"/>
                </a:lnTo>
                <a:lnTo>
                  <a:pt x="1370622" y="131584"/>
                </a:lnTo>
                <a:lnTo>
                  <a:pt x="1365072" y="178790"/>
                </a:lnTo>
                <a:lnTo>
                  <a:pt x="1370698" y="227850"/>
                </a:lnTo>
                <a:lnTo>
                  <a:pt x="1387017" y="269760"/>
                </a:lnTo>
                <a:lnTo>
                  <a:pt x="1413192" y="303707"/>
                </a:lnTo>
                <a:lnTo>
                  <a:pt x="1448384" y="328917"/>
                </a:lnTo>
                <a:lnTo>
                  <a:pt x="1491767" y="344614"/>
                </a:lnTo>
                <a:lnTo>
                  <a:pt x="1542478" y="350024"/>
                </a:lnTo>
                <a:lnTo>
                  <a:pt x="1571205" y="348818"/>
                </a:lnTo>
                <a:lnTo>
                  <a:pt x="1618869" y="340487"/>
                </a:lnTo>
                <a:lnTo>
                  <a:pt x="1623314" y="257543"/>
                </a:lnTo>
                <a:lnTo>
                  <a:pt x="1610817" y="262153"/>
                </a:lnTo>
                <a:lnTo>
                  <a:pt x="1596847" y="265595"/>
                </a:lnTo>
                <a:lnTo>
                  <a:pt x="1581200" y="267766"/>
                </a:lnTo>
                <a:lnTo>
                  <a:pt x="1563712" y="268516"/>
                </a:lnTo>
                <a:lnTo>
                  <a:pt x="1527987" y="262420"/>
                </a:lnTo>
                <a:lnTo>
                  <a:pt x="1498815" y="244449"/>
                </a:lnTo>
                <a:lnTo>
                  <a:pt x="1479156" y="215061"/>
                </a:lnTo>
                <a:lnTo>
                  <a:pt x="1471942" y="174675"/>
                </a:lnTo>
                <a:lnTo>
                  <a:pt x="1477962" y="136893"/>
                </a:lnTo>
                <a:lnTo>
                  <a:pt x="1495996" y="107213"/>
                </a:lnTo>
                <a:lnTo>
                  <a:pt x="1524431" y="87795"/>
                </a:lnTo>
                <a:lnTo>
                  <a:pt x="1561655" y="80835"/>
                </a:lnTo>
                <a:lnTo>
                  <a:pt x="1580578" y="81673"/>
                </a:lnTo>
                <a:lnTo>
                  <a:pt x="1596415" y="83921"/>
                </a:lnTo>
                <a:lnTo>
                  <a:pt x="1609432" y="87185"/>
                </a:lnTo>
                <a:lnTo>
                  <a:pt x="1619872" y="91097"/>
                </a:lnTo>
                <a:lnTo>
                  <a:pt x="1636318" y="13716"/>
                </a:lnTo>
                <a:close/>
              </a:path>
              <a:path w="1969770" h="351154">
                <a:moveTo>
                  <a:pt x="1969706" y="343166"/>
                </a:moveTo>
                <a:lnTo>
                  <a:pt x="1967141" y="327291"/>
                </a:lnTo>
                <a:lnTo>
                  <a:pt x="1965604" y="309587"/>
                </a:lnTo>
                <a:lnTo>
                  <a:pt x="1965426" y="307632"/>
                </a:lnTo>
                <a:lnTo>
                  <a:pt x="1964550" y="286537"/>
                </a:lnTo>
                <a:lnTo>
                  <a:pt x="1964512" y="285661"/>
                </a:lnTo>
                <a:lnTo>
                  <a:pt x="1964423" y="277406"/>
                </a:lnTo>
                <a:lnTo>
                  <a:pt x="1964296" y="267550"/>
                </a:lnTo>
                <a:lnTo>
                  <a:pt x="1964245" y="184937"/>
                </a:lnTo>
                <a:lnTo>
                  <a:pt x="1964245" y="145211"/>
                </a:lnTo>
                <a:lnTo>
                  <a:pt x="1959711" y="99593"/>
                </a:lnTo>
                <a:lnTo>
                  <a:pt x="1944801" y="59766"/>
                </a:lnTo>
                <a:lnTo>
                  <a:pt x="1917484" y="28232"/>
                </a:lnTo>
                <a:lnTo>
                  <a:pt x="1875777" y="7467"/>
                </a:lnTo>
                <a:lnTo>
                  <a:pt x="1863547" y="5905"/>
                </a:lnTo>
                <a:lnTo>
                  <a:pt x="1863547" y="184937"/>
                </a:lnTo>
                <a:lnTo>
                  <a:pt x="1863547" y="227406"/>
                </a:lnTo>
                <a:lnTo>
                  <a:pt x="1841373" y="266192"/>
                </a:lnTo>
                <a:lnTo>
                  <a:pt x="1807375" y="277406"/>
                </a:lnTo>
                <a:lnTo>
                  <a:pt x="1791131" y="274955"/>
                </a:lnTo>
                <a:lnTo>
                  <a:pt x="1778101" y="267550"/>
                </a:lnTo>
                <a:lnTo>
                  <a:pt x="1769440" y="255155"/>
                </a:lnTo>
                <a:lnTo>
                  <a:pt x="1766290" y="237680"/>
                </a:lnTo>
                <a:lnTo>
                  <a:pt x="1773783" y="212674"/>
                </a:lnTo>
                <a:lnTo>
                  <a:pt x="1794370" y="196405"/>
                </a:lnTo>
                <a:lnTo>
                  <a:pt x="1825244" y="187591"/>
                </a:lnTo>
                <a:lnTo>
                  <a:pt x="1863547" y="184937"/>
                </a:lnTo>
                <a:lnTo>
                  <a:pt x="1863547" y="5905"/>
                </a:lnTo>
                <a:lnTo>
                  <a:pt x="1817674" y="0"/>
                </a:lnTo>
                <a:lnTo>
                  <a:pt x="1774888" y="2882"/>
                </a:lnTo>
                <a:lnTo>
                  <a:pt x="1738464" y="10185"/>
                </a:lnTo>
                <a:lnTo>
                  <a:pt x="1709102" y="19939"/>
                </a:lnTo>
                <a:lnTo>
                  <a:pt x="1687512" y="30149"/>
                </a:lnTo>
                <a:lnTo>
                  <a:pt x="1706702" y="97256"/>
                </a:lnTo>
                <a:lnTo>
                  <a:pt x="1725574" y="87528"/>
                </a:lnTo>
                <a:lnTo>
                  <a:pt x="1748307" y="79451"/>
                </a:lnTo>
                <a:lnTo>
                  <a:pt x="1773351" y="73952"/>
                </a:lnTo>
                <a:lnTo>
                  <a:pt x="1799158" y="71907"/>
                </a:lnTo>
                <a:lnTo>
                  <a:pt x="1830349" y="76161"/>
                </a:lnTo>
                <a:lnTo>
                  <a:pt x="1848904" y="86893"/>
                </a:lnTo>
                <a:lnTo>
                  <a:pt x="1857819" y="101104"/>
                </a:lnTo>
                <a:lnTo>
                  <a:pt x="1860130" y="115760"/>
                </a:lnTo>
                <a:lnTo>
                  <a:pt x="1860130" y="119875"/>
                </a:lnTo>
                <a:lnTo>
                  <a:pt x="1804416" y="123317"/>
                </a:lnTo>
                <a:lnTo>
                  <a:pt x="1756498" y="133743"/>
                </a:lnTo>
                <a:lnTo>
                  <a:pt x="1717395" y="151282"/>
                </a:lnTo>
                <a:lnTo>
                  <a:pt x="1688185" y="176085"/>
                </a:lnTo>
                <a:lnTo>
                  <a:pt x="1669884" y="208254"/>
                </a:lnTo>
                <a:lnTo>
                  <a:pt x="1663547" y="247954"/>
                </a:lnTo>
                <a:lnTo>
                  <a:pt x="1670926" y="286537"/>
                </a:lnTo>
                <a:lnTo>
                  <a:pt x="1692224" y="319354"/>
                </a:lnTo>
                <a:lnTo>
                  <a:pt x="1726247" y="342163"/>
                </a:lnTo>
                <a:lnTo>
                  <a:pt x="1771764" y="350697"/>
                </a:lnTo>
                <a:lnTo>
                  <a:pt x="1800428" y="348030"/>
                </a:lnTo>
                <a:lnTo>
                  <a:pt x="1826387" y="340169"/>
                </a:lnTo>
                <a:lnTo>
                  <a:pt x="1849018" y="327291"/>
                </a:lnTo>
                <a:lnTo>
                  <a:pt x="1867662" y="309587"/>
                </a:lnTo>
                <a:lnTo>
                  <a:pt x="1869706" y="309587"/>
                </a:lnTo>
                <a:lnTo>
                  <a:pt x="1875878" y="343166"/>
                </a:lnTo>
                <a:lnTo>
                  <a:pt x="1969706" y="343166"/>
                </a:lnTo>
                <a:close/>
              </a:path>
            </a:pathLst>
          </a:custGeom>
          <a:solidFill>
            <a:srgbClr val="0000FC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092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6333E8C-4AD3-47F9-F081-BB05A514EB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1977" y="1098111"/>
            <a:ext cx="5794113" cy="4661777"/>
          </a:xfrm>
          <a:prstGeom prst="rect">
            <a:avLst/>
          </a:prstGeom>
        </p:spPr>
      </p:pic>
      <p:sp>
        <p:nvSpPr>
          <p:cNvPr id="16" name="TextBox 20">
            <a:extLst>
              <a:ext uri="{FF2B5EF4-FFF2-40B4-BE49-F238E27FC236}">
                <a16:creationId xmlns:a16="http://schemas.microsoft.com/office/drawing/2014/main" id="{5CC36FAB-ACFE-FE1E-4E9E-CA4B2BC7A162}"/>
              </a:ext>
            </a:extLst>
          </p:cNvPr>
          <p:cNvSpPr txBox="1"/>
          <p:nvPr/>
        </p:nvSpPr>
        <p:spPr>
          <a:xfrm>
            <a:off x="1359285" y="2901463"/>
            <a:ext cx="2396637" cy="103412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2D3748"/>
                </a:solidFill>
                <a:latin typeface="Montserrat"/>
              </a:rPr>
              <a:t>Temel</a:t>
            </a:r>
            <a:r>
              <a:rPr sz="2000" b="0" dirty="0">
                <a:solidFill>
                  <a:srgbClr val="E0F2FE"/>
                </a:solidFill>
                <a:latin typeface="Poppins"/>
              </a:rPr>
              <a:t> </a:t>
            </a:r>
            <a:r>
              <a:rPr sz="2000" b="1" dirty="0">
                <a:solidFill>
                  <a:srgbClr val="2D3748"/>
                </a:solidFill>
                <a:latin typeface="Montserrat"/>
              </a:rPr>
              <a:t>Değer</a:t>
            </a:r>
            <a:endParaRPr lang="tr-TR" sz="2000" b="1" dirty="0">
              <a:solidFill>
                <a:srgbClr val="2D3748"/>
              </a:solidFill>
              <a:latin typeface="Montserrat"/>
            </a:endParaRPr>
          </a:p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E0F2FE"/>
                </a:solidFill>
                <a:latin typeface="Poppins"/>
              </a:rPr>
              <a:t>:</a:t>
            </a:r>
            <a:endParaRPr lang="tr-TR" sz="2000" b="0" dirty="0">
              <a:solidFill>
                <a:srgbClr val="E0F2FE"/>
              </a:solidFill>
              <a:latin typeface="Poppins"/>
            </a:endParaRPr>
          </a:p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600" dirty="0">
                <a:solidFill>
                  <a:srgbClr val="4A5568"/>
                </a:solidFill>
                <a:latin typeface="Roboto"/>
              </a:rPr>
              <a:t>Güvenli, Performanslı, Şeffaf</a:t>
            </a:r>
            <a:endParaRPr sz="1600" dirty="0">
              <a:solidFill>
                <a:srgbClr val="4A5568"/>
              </a:solidFill>
              <a:latin typeface="Roboto"/>
            </a:endParaRP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E5BEC5BB-171D-53FA-0B49-89733CB9DD56}"/>
              </a:ext>
            </a:extLst>
          </p:cNvPr>
          <p:cNvSpPr txBox="1"/>
          <p:nvPr/>
        </p:nvSpPr>
        <p:spPr>
          <a:xfrm>
            <a:off x="5864532" y="1157500"/>
            <a:ext cx="2390334" cy="36343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2080"/>
              </a:lnSpc>
              <a:spcAft>
                <a:spcPts val="520"/>
              </a:spcAft>
            </a:pPr>
            <a:r>
              <a:rPr lang="tr-TR" sz="1600" b="1" dirty="0">
                <a:solidFill>
                  <a:srgbClr val="2D3748"/>
                </a:solidFill>
                <a:latin typeface="Montserrat"/>
              </a:rPr>
              <a:t>Güvenli Entegrasyon</a:t>
            </a: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80F0E8E7-8DE3-2FC9-24D2-F2F634C594DA}"/>
              </a:ext>
            </a:extLst>
          </p:cNvPr>
          <p:cNvSpPr txBox="1"/>
          <p:nvPr/>
        </p:nvSpPr>
        <p:spPr>
          <a:xfrm>
            <a:off x="5864532" y="1411906"/>
            <a:ext cx="3820242" cy="55322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>
              <a:lnSpc>
                <a:spcPts val="1820"/>
              </a:lnSpc>
            </a:pPr>
            <a:r>
              <a:rPr lang="tr-TR" sz="1200" dirty="0">
                <a:solidFill>
                  <a:srgbClr val="4A5568"/>
                </a:solidFill>
                <a:latin typeface="Roboto"/>
              </a:rPr>
              <a:t>E-ticaret ve ERP sistemleri arasında güvenli ve şeffaf bağlantı</a:t>
            </a: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F18A3413-F56E-186B-D1FA-ED3A2C19D1B1}"/>
              </a:ext>
            </a:extLst>
          </p:cNvPr>
          <p:cNvSpPr txBox="1"/>
          <p:nvPr/>
        </p:nvSpPr>
        <p:spPr>
          <a:xfrm>
            <a:off x="6774388" y="2984543"/>
            <a:ext cx="2615419" cy="36343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>
              <a:lnSpc>
                <a:spcPts val="2080"/>
              </a:lnSpc>
              <a:spcAft>
                <a:spcPts val="520"/>
              </a:spcAft>
            </a:pPr>
            <a:r>
              <a:rPr lang="tr-TR" sz="1600" b="1" dirty="0">
                <a:solidFill>
                  <a:srgbClr val="2D3748"/>
                </a:solidFill>
                <a:latin typeface="Montserrat"/>
              </a:rPr>
              <a:t>Otomasyon</a:t>
            </a:r>
          </a:p>
        </p:txBody>
      </p:sp>
      <p:sp>
        <p:nvSpPr>
          <p:cNvPr id="20" name="TextBox 13">
            <a:extLst>
              <a:ext uri="{FF2B5EF4-FFF2-40B4-BE49-F238E27FC236}">
                <a16:creationId xmlns:a16="http://schemas.microsoft.com/office/drawing/2014/main" id="{8169C5E2-EEDD-14C2-F7AB-CB7FD01FE8DB}"/>
              </a:ext>
            </a:extLst>
          </p:cNvPr>
          <p:cNvSpPr txBox="1"/>
          <p:nvPr/>
        </p:nvSpPr>
        <p:spPr>
          <a:xfrm>
            <a:off x="6774390" y="3325464"/>
            <a:ext cx="3539652" cy="55322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>
              <a:lnSpc>
                <a:spcPts val="1820"/>
              </a:lnSpc>
            </a:pPr>
            <a:r>
              <a:rPr lang="tr-TR" sz="1200" dirty="0">
                <a:solidFill>
                  <a:srgbClr val="4A5568"/>
                </a:solidFill>
                <a:latin typeface="Roboto"/>
              </a:rPr>
              <a:t>Manuel süreçleri ortadan kaldırarak operasyonel verimlilik</a:t>
            </a:r>
          </a:p>
        </p:txBody>
      </p:sp>
      <p:sp>
        <p:nvSpPr>
          <p:cNvPr id="21" name="TextBox 17">
            <a:extLst>
              <a:ext uri="{FF2B5EF4-FFF2-40B4-BE49-F238E27FC236}">
                <a16:creationId xmlns:a16="http://schemas.microsoft.com/office/drawing/2014/main" id="{3D333958-41E1-EE37-02E6-33BF9B184358}"/>
              </a:ext>
            </a:extLst>
          </p:cNvPr>
          <p:cNvSpPr txBox="1"/>
          <p:nvPr/>
        </p:nvSpPr>
        <p:spPr>
          <a:xfrm>
            <a:off x="5864855" y="4892867"/>
            <a:ext cx="2914516" cy="36343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2080"/>
              </a:lnSpc>
              <a:spcAft>
                <a:spcPts val="520"/>
              </a:spcAft>
            </a:pPr>
            <a:r>
              <a:rPr lang="tr-TR" sz="1600" b="1" dirty="0">
                <a:solidFill>
                  <a:srgbClr val="2D3748"/>
                </a:solidFill>
                <a:latin typeface="Montserrat"/>
              </a:rPr>
              <a:t>Gerçek Zamanlı Veri Akışı</a:t>
            </a:r>
          </a:p>
        </p:txBody>
      </p:sp>
      <p:sp>
        <p:nvSpPr>
          <p:cNvPr id="22" name="TextBox 18">
            <a:extLst>
              <a:ext uri="{FF2B5EF4-FFF2-40B4-BE49-F238E27FC236}">
                <a16:creationId xmlns:a16="http://schemas.microsoft.com/office/drawing/2014/main" id="{7172B3CA-9005-D3AD-0416-111C12C7ADCA}"/>
              </a:ext>
            </a:extLst>
          </p:cNvPr>
          <p:cNvSpPr txBox="1"/>
          <p:nvPr/>
        </p:nvSpPr>
        <p:spPr>
          <a:xfrm>
            <a:off x="5864856" y="5260774"/>
            <a:ext cx="3524951" cy="32239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>
              <a:lnSpc>
                <a:spcPts val="1820"/>
              </a:lnSpc>
            </a:pPr>
            <a:r>
              <a:rPr lang="tr-TR" sz="1200" dirty="0">
                <a:solidFill>
                  <a:srgbClr val="4A5568"/>
                </a:solidFill>
                <a:latin typeface="Roboto"/>
              </a:rPr>
              <a:t>Tüm sistemlerde tutarlı ve güncel veri</a:t>
            </a:r>
          </a:p>
        </p:txBody>
      </p:sp>
      <p:pic>
        <p:nvPicPr>
          <p:cNvPr id="6" name="Picture 6" descr="image.png">
            <a:extLst>
              <a:ext uri="{FF2B5EF4-FFF2-40B4-BE49-F238E27FC236}">
                <a16:creationId xmlns:a16="http://schemas.microsoft.com/office/drawing/2014/main" id="{D91D6F08-09B0-A78E-DBEE-5570B4FE5C3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4107" y="1409476"/>
            <a:ext cx="572963" cy="533462"/>
          </a:xfrm>
          <a:prstGeom prst="rect">
            <a:avLst/>
          </a:prstGeom>
        </p:spPr>
      </p:pic>
      <p:pic>
        <p:nvPicPr>
          <p:cNvPr id="7" name="Picture 11" descr="image.png">
            <a:extLst>
              <a:ext uri="{FF2B5EF4-FFF2-40B4-BE49-F238E27FC236}">
                <a16:creationId xmlns:a16="http://schemas.microsoft.com/office/drawing/2014/main" id="{D773228A-19A9-8759-084B-F1CF9D195C6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biLevel thresh="50000"/>
          </a:blip>
          <a:stretch>
            <a:fillRect/>
          </a:stretch>
        </p:blipFill>
        <p:spPr>
          <a:xfrm>
            <a:off x="5914487" y="3179812"/>
            <a:ext cx="516793" cy="436612"/>
          </a:xfrm>
          <a:prstGeom prst="rect">
            <a:avLst/>
          </a:prstGeom>
        </p:spPr>
      </p:pic>
      <p:pic>
        <p:nvPicPr>
          <p:cNvPr id="10" name="Picture 16" descr="image.png">
            <a:extLst>
              <a:ext uri="{FF2B5EF4-FFF2-40B4-BE49-F238E27FC236}">
                <a16:creationId xmlns:a16="http://schemas.microsoft.com/office/drawing/2014/main" id="{AB8EA361-6551-739C-F5C0-2281E6B4DA0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biLevel thresh="25000"/>
          </a:blip>
          <a:stretch>
            <a:fillRect/>
          </a:stretch>
        </p:blipFill>
        <p:spPr>
          <a:xfrm>
            <a:off x="4874107" y="4915062"/>
            <a:ext cx="572964" cy="5334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3D968-8DA4-287D-CFA3-E29A84233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bject 3">
            <a:extLst>
              <a:ext uri="{FF2B5EF4-FFF2-40B4-BE49-F238E27FC236}">
                <a16:creationId xmlns:a16="http://schemas.microsoft.com/office/drawing/2014/main" id="{A437DBF8-7EA9-DD73-AEAC-986BD344B7E8}"/>
              </a:ext>
            </a:extLst>
          </p:cNvPr>
          <p:cNvSpPr>
            <a:spLocks noChangeAspect="1"/>
          </p:cNvSpPr>
          <p:nvPr/>
        </p:nvSpPr>
        <p:spPr>
          <a:xfrm>
            <a:off x="244769" y="-1438805"/>
            <a:ext cx="1314417" cy="3235678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rgbClr val="B6CAFF">
              <a:alpha val="1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3">
            <a:extLst>
              <a:ext uri="{FF2B5EF4-FFF2-40B4-BE49-F238E27FC236}">
                <a16:creationId xmlns:a16="http://schemas.microsoft.com/office/drawing/2014/main" id="{C0074307-EB0E-EB92-5FA2-A3D2F8B6FDCC}"/>
              </a:ext>
            </a:extLst>
          </p:cNvPr>
          <p:cNvSpPr/>
          <p:nvPr/>
        </p:nvSpPr>
        <p:spPr>
          <a:xfrm rot="10800000">
            <a:off x="10696639" y="3616424"/>
            <a:ext cx="1314417" cy="3358950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  <a:alpha val="13998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5">
            <a:extLst>
              <a:ext uri="{FF2B5EF4-FFF2-40B4-BE49-F238E27FC236}">
                <a16:creationId xmlns:a16="http://schemas.microsoft.com/office/drawing/2014/main" id="{FD263E5C-C535-5BB8-EA63-DEF2333DB33B}"/>
              </a:ext>
            </a:extLst>
          </p:cNvPr>
          <p:cNvSpPr/>
          <p:nvPr/>
        </p:nvSpPr>
        <p:spPr>
          <a:xfrm>
            <a:off x="107004" y="6230270"/>
            <a:ext cx="11904051" cy="496126"/>
          </a:xfrm>
          <a:custGeom>
            <a:avLst/>
            <a:gdLst/>
            <a:ahLst/>
            <a:cxnLst/>
            <a:rect l="l" t="t" r="r" b="b"/>
            <a:pathLst>
              <a:path w="17444720" h="795020">
                <a:moveTo>
                  <a:pt x="17155708" y="0"/>
                </a:moveTo>
                <a:lnTo>
                  <a:pt x="288965" y="0"/>
                </a:lnTo>
                <a:lnTo>
                  <a:pt x="242091" y="3782"/>
                </a:lnTo>
                <a:lnTo>
                  <a:pt x="197627" y="14732"/>
                </a:lnTo>
                <a:lnTo>
                  <a:pt x="156166" y="32254"/>
                </a:lnTo>
                <a:lnTo>
                  <a:pt x="118303" y="55754"/>
                </a:lnTo>
                <a:lnTo>
                  <a:pt x="84633" y="84637"/>
                </a:lnTo>
                <a:lnTo>
                  <a:pt x="55751" y="118307"/>
                </a:lnTo>
                <a:lnTo>
                  <a:pt x="32252" y="156170"/>
                </a:lnTo>
                <a:lnTo>
                  <a:pt x="14731" y="197631"/>
                </a:lnTo>
                <a:lnTo>
                  <a:pt x="3781" y="242094"/>
                </a:lnTo>
                <a:lnTo>
                  <a:pt x="0" y="288965"/>
                </a:lnTo>
                <a:lnTo>
                  <a:pt x="0" y="505461"/>
                </a:lnTo>
                <a:lnTo>
                  <a:pt x="3781" y="552331"/>
                </a:lnTo>
                <a:lnTo>
                  <a:pt x="14731" y="596794"/>
                </a:lnTo>
                <a:lnTo>
                  <a:pt x="32252" y="638255"/>
                </a:lnTo>
                <a:lnTo>
                  <a:pt x="55751" y="676118"/>
                </a:lnTo>
                <a:lnTo>
                  <a:pt x="84633" y="709788"/>
                </a:lnTo>
                <a:lnTo>
                  <a:pt x="118303" y="738671"/>
                </a:lnTo>
                <a:lnTo>
                  <a:pt x="156166" y="762171"/>
                </a:lnTo>
                <a:lnTo>
                  <a:pt x="197627" y="779694"/>
                </a:lnTo>
                <a:lnTo>
                  <a:pt x="242091" y="790643"/>
                </a:lnTo>
                <a:lnTo>
                  <a:pt x="288965" y="794426"/>
                </a:lnTo>
                <a:lnTo>
                  <a:pt x="17155708" y="794426"/>
                </a:lnTo>
                <a:lnTo>
                  <a:pt x="17202578" y="790643"/>
                </a:lnTo>
                <a:lnTo>
                  <a:pt x="17247041" y="779694"/>
                </a:lnTo>
                <a:lnTo>
                  <a:pt x="17288502" y="762171"/>
                </a:lnTo>
                <a:lnTo>
                  <a:pt x="17326365" y="738671"/>
                </a:lnTo>
                <a:lnTo>
                  <a:pt x="17360035" y="709788"/>
                </a:lnTo>
                <a:lnTo>
                  <a:pt x="17388918" y="676118"/>
                </a:lnTo>
                <a:lnTo>
                  <a:pt x="17412418" y="638255"/>
                </a:lnTo>
                <a:lnTo>
                  <a:pt x="17429940" y="596794"/>
                </a:lnTo>
                <a:lnTo>
                  <a:pt x="17440890" y="552331"/>
                </a:lnTo>
                <a:lnTo>
                  <a:pt x="17444673" y="505461"/>
                </a:lnTo>
                <a:lnTo>
                  <a:pt x="17444673" y="288965"/>
                </a:lnTo>
                <a:lnTo>
                  <a:pt x="17440890" y="242094"/>
                </a:lnTo>
                <a:lnTo>
                  <a:pt x="17429940" y="197631"/>
                </a:lnTo>
                <a:lnTo>
                  <a:pt x="17412418" y="156170"/>
                </a:lnTo>
                <a:lnTo>
                  <a:pt x="17388918" y="118307"/>
                </a:lnTo>
                <a:lnTo>
                  <a:pt x="17360035" y="84637"/>
                </a:lnTo>
                <a:lnTo>
                  <a:pt x="17326365" y="55754"/>
                </a:lnTo>
                <a:lnTo>
                  <a:pt x="17288502" y="32254"/>
                </a:lnTo>
                <a:lnTo>
                  <a:pt x="17247041" y="14732"/>
                </a:lnTo>
                <a:lnTo>
                  <a:pt x="17202578" y="3782"/>
                </a:lnTo>
                <a:lnTo>
                  <a:pt x="17155708" y="0"/>
                </a:lnTo>
                <a:close/>
              </a:path>
            </a:pathLst>
          </a:custGeom>
          <a:solidFill>
            <a:srgbClr val="DCE8F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0E102A-BF7B-636F-B590-27F3BC9EAE50}"/>
              </a:ext>
            </a:extLst>
          </p:cNvPr>
          <p:cNvSpPr txBox="1"/>
          <p:nvPr/>
        </p:nvSpPr>
        <p:spPr>
          <a:xfrm>
            <a:off x="666733" y="379667"/>
            <a:ext cx="862672" cy="47891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lang="tr-TR" sz="2392" b="1" dirty="0">
                <a:solidFill>
                  <a:schemeClr val="tx2">
                    <a:lumMod val="50000"/>
                  </a:schemeClr>
                </a:solidFill>
              </a:rPr>
              <a:t>Amaç</a:t>
            </a:r>
            <a:endParaRPr sz="2392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BEFBE416-1E0D-A4B1-6B28-102CC33EEEAA}"/>
              </a:ext>
            </a:extLst>
          </p:cNvPr>
          <p:cNvSpPr>
            <a:spLocks noChangeAspect="1"/>
          </p:cNvSpPr>
          <p:nvPr/>
        </p:nvSpPr>
        <p:spPr>
          <a:xfrm>
            <a:off x="11014675" y="6418761"/>
            <a:ext cx="680836" cy="121376"/>
          </a:xfrm>
          <a:custGeom>
            <a:avLst/>
            <a:gdLst/>
            <a:ahLst/>
            <a:cxnLst/>
            <a:rect l="l" t="t" r="r" b="b"/>
            <a:pathLst>
              <a:path w="1969770" h="351154">
                <a:moveTo>
                  <a:pt x="235800" y="57454"/>
                </a:moveTo>
                <a:lnTo>
                  <a:pt x="0" y="57454"/>
                </a:lnTo>
                <a:lnTo>
                  <a:pt x="0" y="293255"/>
                </a:lnTo>
                <a:lnTo>
                  <a:pt x="235800" y="293255"/>
                </a:lnTo>
                <a:lnTo>
                  <a:pt x="235800" y="57454"/>
                </a:lnTo>
                <a:close/>
              </a:path>
              <a:path w="1969770" h="351154">
                <a:moveTo>
                  <a:pt x="612825" y="167817"/>
                </a:moveTo>
                <a:lnTo>
                  <a:pt x="609282" y="126669"/>
                </a:lnTo>
                <a:lnTo>
                  <a:pt x="598157" y="87655"/>
                </a:lnTo>
                <a:lnTo>
                  <a:pt x="578739" y="53174"/>
                </a:lnTo>
                <a:lnTo>
                  <a:pt x="550316" y="25603"/>
                </a:lnTo>
                <a:lnTo>
                  <a:pt x="516242" y="9283"/>
                </a:lnTo>
                <a:lnTo>
                  <a:pt x="516242" y="137693"/>
                </a:lnTo>
                <a:lnTo>
                  <a:pt x="392950" y="137693"/>
                </a:lnTo>
                <a:lnTo>
                  <a:pt x="397992" y="115531"/>
                </a:lnTo>
                <a:lnTo>
                  <a:pt x="409727" y="93510"/>
                </a:lnTo>
                <a:lnTo>
                  <a:pt x="429158" y="76619"/>
                </a:lnTo>
                <a:lnTo>
                  <a:pt x="457327" y="69875"/>
                </a:lnTo>
                <a:lnTo>
                  <a:pt x="486765" y="76911"/>
                </a:lnTo>
                <a:lnTo>
                  <a:pt x="504761" y="94272"/>
                </a:lnTo>
                <a:lnTo>
                  <a:pt x="513778" y="116395"/>
                </a:lnTo>
                <a:lnTo>
                  <a:pt x="516128" y="136740"/>
                </a:lnTo>
                <a:lnTo>
                  <a:pt x="516242" y="137693"/>
                </a:lnTo>
                <a:lnTo>
                  <a:pt x="516242" y="9283"/>
                </a:lnTo>
                <a:lnTo>
                  <a:pt x="512140" y="7315"/>
                </a:lnTo>
                <a:lnTo>
                  <a:pt x="463499" y="698"/>
                </a:lnTo>
                <a:lnTo>
                  <a:pt x="410540" y="8039"/>
                </a:lnTo>
                <a:lnTo>
                  <a:pt x="367880" y="28168"/>
                </a:lnTo>
                <a:lnTo>
                  <a:pt x="335241" y="58229"/>
                </a:lnTo>
                <a:lnTo>
                  <a:pt x="312293" y="95377"/>
                </a:lnTo>
                <a:lnTo>
                  <a:pt x="298754" y="136740"/>
                </a:lnTo>
                <a:lnTo>
                  <a:pt x="294309" y="179476"/>
                </a:lnTo>
                <a:lnTo>
                  <a:pt x="299656" y="228498"/>
                </a:lnTo>
                <a:lnTo>
                  <a:pt x="315391" y="270268"/>
                </a:lnTo>
                <a:lnTo>
                  <a:pt x="341058" y="304050"/>
                </a:lnTo>
                <a:lnTo>
                  <a:pt x="376212" y="329095"/>
                </a:lnTo>
                <a:lnTo>
                  <a:pt x="420370" y="344665"/>
                </a:lnTo>
                <a:lnTo>
                  <a:pt x="473087" y="350024"/>
                </a:lnTo>
                <a:lnTo>
                  <a:pt x="506285" y="348729"/>
                </a:lnTo>
                <a:lnTo>
                  <a:pt x="537819" y="344805"/>
                </a:lnTo>
                <a:lnTo>
                  <a:pt x="567296" y="338175"/>
                </a:lnTo>
                <a:lnTo>
                  <a:pt x="594334" y="328790"/>
                </a:lnTo>
                <a:lnTo>
                  <a:pt x="583425" y="272630"/>
                </a:lnTo>
                <a:lnTo>
                  <a:pt x="580631" y="258254"/>
                </a:lnTo>
                <a:lnTo>
                  <a:pt x="559333" y="264541"/>
                </a:lnTo>
                <a:lnTo>
                  <a:pt x="537210" y="269024"/>
                </a:lnTo>
                <a:lnTo>
                  <a:pt x="513676" y="271729"/>
                </a:lnTo>
                <a:lnTo>
                  <a:pt x="488149" y="272630"/>
                </a:lnTo>
                <a:lnTo>
                  <a:pt x="453250" y="268744"/>
                </a:lnTo>
                <a:lnTo>
                  <a:pt x="423684" y="256959"/>
                </a:lnTo>
                <a:lnTo>
                  <a:pt x="402717" y="237083"/>
                </a:lnTo>
                <a:lnTo>
                  <a:pt x="393636" y="208915"/>
                </a:lnTo>
                <a:lnTo>
                  <a:pt x="609396" y="208915"/>
                </a:lnTo>
                <a:lnTo>
                  <a:pt x="610501" y="201828"/>
                </a:lnTo>
                <a:lnTo>
                  <a:pt x="611619" y="192227"/>
                </a:lnTo>
                <a:lnTo>
                  <a:pt x="612482" y="180695"/>
                </a:lnTo>
                <a:lnTo>
                  <a:pt x="612825" y="167817"/>
                </a:lnTo>
                <a:close/>
              </a:path>
              <a:path w="1969770" h="351154">
                <a:moveTo>
                  <a:pt x="960602" y="148628"/>
                </a:moveTo>
                <a:lnTo>
                  <a:pt x="954709" y="95719"/>
                </a:lnTo>
                <a:lnTo>
                  <a:pt x="938136" y="55156"/>
                </a:lnTo>
                <a:lnTo>
                  <a:pt x="912520" y="26581"/>
                </a:lnTo>
                <a:lnTo>
                  <a:pt x="840740" y="4114"/>
                </a:lnTo>
                <a:lnTo>
                  <a:pt x="802805" y="9486"/>
                </a:lnTo>
                <a:lnTo>
                  <a:pt x="773099" y="22948"/>
                </a:lnTo>
                <a:lnTo>
                  <a:pt x="751344" y="40513"/>
                </a:lnTo>
                <a:lnTo>
                  <a:pt x="737298" y="58216"/>
                </a:lnTo>
                <a:lnTo>
                  <a:pt x="735266" y="58216"/>
                </a:lnTo>
                <a:lnTo>
                  <a:pt x="730465" y="11645"/>
                </a:lnTo>
                <a:lnTo>
                  <a:pt x="640054" y="11645"/>
                </a:lnTo>
                <a:lnTo>
                  <a:pt x="641934" y="60706"/>
                </a:lnTo>
                <a:lnTo>
                  <a:pt x="642556" y="88404"/>
                </a:lnTo>
                <a:lnTo>
                  <a:pt x="642797" y="118491"/>
                </a:lnTo>
                <a:lnTo>
                  <a:pt x="642797" y="346595"/>
                </a:lnTo>
                <a:lnTo>
                  <a:pt x="746899" y="346595"/>
                </a:lnTo>
                <a:lnTo>
                  <a:pt x="746899" y="153441"/>
                </a:lnTo>
                <a:lnTo>
                  <a:pt x="747039" y="146291"/>
                </a:lnTo>
                <a:lnTo>
                  <a:pt x="769073" y="100685"/>
                </a:lnTo>
                <a:lnTo>
                  <a:pt x="803757" y="88366"/>
                </a:lnTo>
                <a:lnTo>
                  <a:pt x="827887" y="93637"/>
                </a:lnTo>
                <a:lnTo>
                  <a:pt x="844245" y="108483"/>
                </a:lnTo>
                <a:lnTo>
                  <a:pt x="853541" y="131419"/>
                </a:lnTo>
                <a:lnTo>
                  <a:pt x="856488" y="160972"/>
                </a:lnTo>
                <a:lnTo>
                  <a:pt x="856488" y="346595"/>
                </a:lnTo>
                <a:lnTo>
                  <a:pt x="960602" y="346595"/>
                </a:lnTo>
                <a:lnTo>
                  <a:pt x="960602" y="148628"/>
                </a:lnTo>
                <a:close/>
              </a:path>
              <a:path w="1969770" h="351154">
                <a:moveTo>
                  <a:pt x="1337843" y="171919"/>
                </a:moveTo>
                <a:lnTo>
                  <a:pt x="1332293" y="123990"/>
                </a:lnTo>
                <a:lnTo>
                  <a:pt x="1316304" y="82296"/>
                </a:lnTo>
                <a:lnTo>
                  <a:pt x="1310640" y="74663"/>
                </a:lnTo>
                <a:lnTo>
                  <a:pt x="1290840" y="47955"/>
                </a:lnTo>
                <a:lnTo>
                  <a:pt x="1256868" y="22047"/>
                </a:lnTo>
                <a:lnTo>
                  <a:pt x="1230312" y="11595"/>
                </a:lnTo>
                <a:lnTo>
                  <a:pt x="1230312" y="174663"/>
                </a:lnTo>
                <a:lnTo>
                  <a:pt x="1225804" y="215353"/>
                </a:lnTo>
                <a:lnTo>
                  <a:pt x="1225702" y="216217"/>
                </a:lnTo>
                <a:lnTo>
                  <a:pt x="1212507" y="248208"/>
                </a:lnTo>
                <a:lnTo>
                  <a:pt x="1191590" y="268770"/>
                </a:lnTo>
                <a:lnTo>
                  <a:pt x="1163866" y="276034"/>
                </a:lnTo>
                <a:lnTo>
                  <a:pt x="1134376" y="268401"/>
                </a:lnTo>
                <a:lnTo>
                  <a:pt x="1112926" y="247269"/>
                </a:lnTo>
                <a:lnTo>
                  <a:pt x="1099820" y="215353"/>
                </a:lnTo>
                <a:lnTo>
                  <a:pt x="1095375" y="175348"/>
                </a:lnTo>
                <a:lnTo>
                  <a:pt x="1099146" y="138811"/>
                </a:lnTo>
                <a:lnTo>
                  <a:pt x="1111135" y="106502"/>
                </a:lnTo>
                <a:lnTo>
                  <a:pt x="1132306" y="83515"/>
                </a:lnTo>
                <a:lnTo>
                  <a:pt x="1132154" y="83515"/>
                </a:lnTo>
                <a:lnTo>
                  <a:pt x="1163866" y="74663"/>
                </a:lnTo>
                <a:lnTo>
                  <a:pt x="1194752" y="83515"/>
                </a:lnTo>
                <a:lnTo>
                  <a:pt x="1194333" y="83515"/>
                </a:lnTo>
                <a:lnTo>
                  <a:pt x="1214805" y="106159"/>
                </a:lnTo>
                <a:lnTo>
                  <a:pt x="1226578" y="138226"/>
                </a:lnTo>
                <a:lnTo>
                  <a:pt x="1230312" y="174663"/>
                </a:lnTo>
                <a:lnTo>
                  <a:pt x="1230312" y="11595"/>
                </a:lnTo>
                <a:lnTo>
                  <a:pt x="1215364" y="5702"/>
                </a:lnTo>
                <a:lnTo>
                  <a:pt x="1167295" y="0"/>
                </a:lnTo>
                <a:lnTo>
                  <a:pt x="1115822" y="5702"/>
                </a:lnTo>
                <a:lnTo>
                  <a:pt x="1116241" y="5702"/>
                </a:lnTo>
                <a:lnTo>
                  <a:pt x="1072565" y="22047"/>
                </a:lnTo>
                <a:lnTo>
                  <a:pt x="1036980" y="48209"/>
                </a:lnTo>
                <a:lnTo>
                  <a:pt x="1010310" y="83515"/>
                </a:lnTo>
                <a:lnTo>
                  <a:pt x="993609" y="127076"/>
                </a:lnTo>
                <a:lnTo>
                  <a:pt x="987831" y="178079"/>
                </a:lnTo>
                <a:lnTo>
                  <a:pt x="993787" y="227736"/>
                </a:lnTo>
                <a:lnTo>
                  <a:pt x="993863" y="228447"/>
                </a:lnTo>
                <a:lnTo>
                  <a:pt x="1010996" y="270929"/>
                </a:lnTo>
                <a:lnTo>
                  <a:pt x="1037742" y="304977"/>
                </a:lnTo>
                <a:lnTo>
                  <a:pt x="1072667" y="329996"/>
                </a:lnTo>
                <a:lnTo>
                  <a:pt x="1114285" y="345427"/>
                </a:lnTo>
                <a:lnTo>
                  <a:pt x="1161122" y="350697"/>
                </a:lnTo>
                <a:lnTo>
                  <a:pt x="1205369" y="345960"/>
                </a:lnTo>
                <a:lnTo>
                  <a:pt x="1246822" y="331597"/>
                </a:lnTo>
                <a:lnTo>
                  <a:pt x="1283131" y="307289"/>
                </a:lnTo>
                <a:lnTo>
                  <a:pt x="1309230" y="276034"/>
                </a:lnTo>
                <a:lnTo>
                  <a:pt x="1311973" y="272757"/>
                </a:lnTo>
                <a:lnTo>
                  <a:pt x="1330985" y="227736"/>
                </a:lnTo>
                <a:lnTo>
                  <a:pt x="1337843" y="171919"/>
                </a:lnTo>
                <a:close/>
              </a:path>
              <a:path w="1969770" h="351154">
                <a:moveTo>
                  <a:pt x="1636318" y="13716"/>
                </a:moveTo>
                <a:lnTo>
                  <a:pt x="1618513" y="8216"/>
                </a:lnTo>
                <a:lnTo>
                  <a:pt x="1598650" y="4127"/>
                </a:lnTo>
                <a:lnTo>
                  <a:pt x="1577759" y="1574"/>
                </a:lnTo>
                <a:lnTo>
                  <a:pt x="1556867" y="698"/>
                </a:lnTo>
                <a:lnTo>
                  <a:pt x="1499374" y="7086"/>
                </a:lnTo>
                <a:lnTo>
                  <a:pt x="1451737" y="25107"/>
                </a:lnTo>
                <a:lnTo>
                  <a:pt x="1414221" y="53009"/>
                </a:lnTo>
                <a:lnTo>
                  <a:pt x="1387094" y="89077"/>
                </a:lnTo>
                <a:lnTo>
                  <a:pt x="1370622" y="131584"/>
                </a:lnTo>
                <a:lnTo>
                  <a:pt x="1365072" y="178790"/>
                </a:lnTo>
                <a:lnTo>
                  <a:pt x="1370698" y="227850"/>
                </a:lnTo>
                <a:lnTo>
                  <a:pt x="1387017" y="269760"/>
                </a:lnTo>
                <a:lnTo>
                  <a:pt x="1413192" y="303707"/>
                </a:lnTo>
                <a:lnTo>
                  <a:pt x="1448384" y="328917"/>
                </a:lnTo>
                <a:lnTo>
                  <a:pt x="1491767" y="344614"/>
                </a:lnTo>
                <a:lnTo>
                  <a:pt x="1542478" y="350024"/>
                </a:lnTo>
                <a:lnTo>
                  <a:pt x="1571205" y="348818"/>
                </a:lnTo>
                <a:lnTo>
                  <a:pt x="1618869" y="340487"/>
                </a:lnTo>
                <a:lnTo>
                  <a:pt x="1623314" y="257543"/>
                </a:lnTo>
                <a:lnTo>
                  <a:pt x="1610817" y="262153"/>
                </a:lnTo>
                <a:lnTo>
                  <a:pt x="1596847" y="265595"/>
                </a:lnTo>
                <a:lnTo>
                  <a:pt x="1581200" y="267766"/>
                </a:lnTo>
                <a:lnTo>
                  <a:pt x="1563712" y="268516"/>
                </a:lnTo>
                <a:lnTo>
                  <a:pt x="1527987" y="262420"/>
                </a:lnTo>
                <a:lnTo>
                  <a:pt x="1498815" y="244449"/>
                </a:lnTo>
                <a:lnTo>
                  <a:pt x="1479156" y="215061"/>
                </a:lnTo>
                <a:lnTo>
                  <a:pt x="1471942" y="174675"/>
                </a:lnTo>
                <a:lnTo>
                  <a:pt x="1477962" y="136893"/>
                </a:lnTo>
                <a:lnTo>
                  <a:pt x="1495996" y="107213"/>
                </a:lnTo>
                <a:lnTo>
                  <a:pt x="1524431" y="87795"/>
                </a:lnTo>
                <a:lnTo>
                  <a:pt x="1561655" y="80835"/>
                </a:lnTo>
                <a:lnTo>
                  <a:pt x="1580578" y="81673"/>
                </a:lnTo>
                <a:lnTo>
                  <a:pt x="1596415" y="83921"/>
                </a:lnTo>
                <a:lnTo>
                  <a:pt x="1609432" y="87185"/>
                </a:lnTo>
                <a:lnTo>
                  <a:pt x="1619872" y="91097"/>
                </a:lnTo>
                <a:lnTo>
                  <a:pt x="1636318" y="13716"/>
                </a:lnTo>
                <a:close/>
              </a:path>
              <a:path w="1969770" h="351154">
                <a:moveTo>
                  <a:pt x="1969706" y="343166"/>
                </a:moveTo>
                <a:lnTo>
                  <a:pt x="1967141" y="327291"/>
                </a:lnTo>
                <a:lnTo>
                  <a:pt x="1965604" y="309587"/>
                </a:lnTo>
                <a:lnTo>
                  <a:pt x="1965426" y="307632"/>
                </a:lnTo>
                <a:lnTo>
                  <a:pt x="1964550" y="286537"/>
                </a:lnTo>
                <a:lnTo>
                  <a:pt x="1964512" y="285661"/>
                </a:lnTo>
                <a:lnTo>
                  <a:pt x="1964423" y="277406"/>
                </a:lnTo>
                <a:lnTo>
                  <a:pt x="1964296" y="267550"/>
                </a:lnTo>
                <a:lnTo>
                  <a:pt x="1964245" y="184937"/>
                </a:lnTo>
                <a:lnTo>
                  <a:pt x="1964245" y="145211"/>
                </a:lnTo>
                <a:lnTo>
                  <a:pt x="1959711" y="99593"/>
                </a:lnTo>
                <a:lnTo>
                  <a:pt x="1944801" y="59766"/>
                </a:lnTo>
                <a:lnTo>
                  <a:pt x="1917484" y="28232"/>
                </a:lnTo>
                <a:lnTo>
                  <a:pt x="1875777" y="7467"/>
                </a:lnTo>
                <a:lnTo>
                  <a:pt x="1863547" y="5905"/>
                </a:lnTo>
                <a:lnTo>
                  <a:pt x="1863547" y="184937"/>
                </a:lnTo>
                <a:lnTo>
                  <a:pt x="1863547" y="227406"/>
                </a:lnTo>
                <a:lnTo>
                  <a:pt x="1841373" y="266192"/>
                </a:lnTo>
                <a:lnTo>
                  <a:pt x="1807375" y="277406"/>
                </a:lnTo>
                <a:lnTo>
                  <a:pt x="1791131" y="274955"/>
                </a:lnTo>
                <a:lnTo>
                  <a:pt x="1778101" y="267550"/>
                </a:lnTo>
                <a:lnTo>
                  <a:pt x="1769440" y="255155"/>
                </a:lnTo>
                <a:lnTo>
                  <a:pt x="1766290" y="237680"/>
                </a:lnTo>
                <a:lnTo>
                  <a:pt x="1773783" y="212674"/>
                </a:lnTo>
                <a:lnTo>
                  <a:pt x="1794370" y="196405"/>
                </a:lnTo>
                <a:lnTo>
                  <a:pt x="1825244" y="187591"/>
                </a:lnTo>
                <a:lnTo>
                  <a:pt x="1863547" y="184937"/>
                </a:lnTo>
                <a:lnTo>
                  <a:pt x="1863547" y="5905"/>
                </a:lnTo>
                <a:lnTo>
                  <a:pt x="1817674" y="0"/>
                </a:lnTo>
                <a:lnTo>
                  <a:pt x="1774888" y="2882"/>
                </a:lnTo>
                <a:lnTo>
                  <a:pt x="1738464" y="10185"/>
                </a:lnTo>
                <a:lnTo>
                  <a:pt x="1709102" y="19939"/>
                </a:lnTo>
                <a:lnTo>
                  <a:pt x="1687512" y="30149"/>
                </a:lnTo>
                <a:lnTo>
                  <a:pt x="1706702" y="97256"/>
                </a:lnTo>
                <a:lnTo>
                  <a:pt x="1725574" y="87528"/>
                </a:lnTo>
                <a:lnTo>
                  <a:pt x="1748307" y="79451"/>
                </a:lnTo>
                <a:lnTo>
                  <a:pt x="1773351" y="73952"/>
                </a:lnTo>
                <a:lnTo>
                  <a:pt x="1799158" y="71907"/>
                </a:lnTo>
                <a:lnTo>
                  <a:pt x="1830349" y="76161"/>
                </a:lnTo>
                <a:lnTo>
                  <a:pt x="1848904" y="86893"/>
                </a:lnTo>
                <a:lnTo>
                  <a:pt x="1857819" y="101104"/>
                </a:lnTo>
                <a:lnTo>
                  <a:pt x="1860130" y="115760"/>
                </a:lnTo>
                <a:lnTo>
                  <a:pt x="1860130" y="119875"/>
                </a:lnTo>
                <a:lnTo>
                  <a:pt x="1804416" y="123317"/>
                </a:lnTo>
                <a:lnTo>
                  <a:pt x="1756498" y="133743"/>
                </a:lnTo>
                <a:lnTo>
                  <a:pt x="1717395" y="151282"/>
                </a:lnTo>
                <a:lnTo>
                  <a:pt x="1688185" y="176085"/>
                </a:lnTo>
                <a:lnTo>
                  <a:pt x="1669884" y="208254"/>
                </a:lnTo>
                <a:lnTo>
                  <a:pt x="1663547" y="247954"/>
                </a:lnTo>
                <a:lnTo>
                  <a:pt x="1670926" y="286537"/>
                </a:lnTo>
                <a:lnTo>
                  <a:pt x="1692224" y="319354"/>
                </a:lnTo>
                <a:lnTo>
                  <a:pt x="1726247" y="342163"/>
                </a:lnTo>
                <a:lnTo>
                  <a:pt x="1771764" y="350697"/>
                </a:lnTo>
                <a:lnTo>
                  <a:pt x="1800428" y="348030"/>
                </a:lnTo>
                <a:lnTo>
                  <a:pt x="1826387" y="340169"/>
                </a:lnTo>
                <a:lnTo>
                  <a:pt x="1849018" y="327291"/>
                </a:lnTo>
                <a:lnTo>
                  <a:pt x="1867662" y="309587"/>
                </a:lnTo>
                <a:lnTo>
                  <a:pt x="1869706" y="309587"/>
                </a:lnTo>
                <a:lnTo>
                  <a:pt x="1875878" y="343166"/>
                </a:lnTo>
                <a:lnTo>
                  <a:pt x="1969706" y="343166"/>
                </a:lnTo>
                <a:close/>
              </a:path>
            </a:pathLst>
          </a:custGeom>
          <a:solidFill>
            <a:srgbClr val="0000FC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092" dirty="0"/>
          </a:p>
        </p:txBody>
      </p:sp>
      <p:sp>
        <p:nvSpPr>
          <p:cNvPr id="5" name="Dikdörtgen: Köşeleri Yuvarlatılmış 4">
            <a:extLst>
              <a:ext uri="{FF2B5EF4-FFF2-40B4-BE49-F238E27FC236}">
                <a16:creationId xmlns:a16="http://schemas.microsoft.com/office/drawing/2014/main" id="{C26CB9E6-A462-818B-F29A-B7075C43BA3C}"/>
              </a:ext>
            </a:extLst>
          </p:cNvPr>
          <p:cNvSpPr/>
          <p:nvPr/>
        </p:nvSpPr>
        <p:spPr>
          <a:xfrm>
            <a:off x="901977" y="1494556"/>
            <a:ext cx="2828961" cy="1341310"/>
          </a:xfrm>
          <a:prstGeom prst="roundRect">
            <a:avLst/>
          </a:prstGeom>
          <a:solidFill>
            <a:srgbClr val="F0F4FF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Dikdörtgen: Köşeleri Yuvarlatılmış 8">
            <a:extLst>
              <a:ext uri="{FF2B5EF4-FFF2-40B4-BE49-F238E27FC236}">
                <a16:creationId xmlns:a16="http://schemas.microsoft.com/office/drawing/2014/main" id="{1BF20735-F715-F106-5A7F-C382CEE4A595}"/>
              </a:ext>
            </a:extLst>
          </p:cNvPr>
          <p:cNvSpPr/>
          <p:nvPr/>
        </p:nvSpPr>
        <p:spPr>
          <a:xfrm>
            <a:off x="901027" y="4751001"/>
            <a:ext cx="2828961" cy="1341310"/>
          </a:xfrm>
          <a:prstGeom prst="roundRect">
            <a:avLst/>
          </a:prstGeom>
          <a:solidFill>
            <a:srgbClr val="F0F4FF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Dikdörtgen: Köşeleri Yuvarlatılmış 12">
            <a:extLst>
              <a:ext uri="{FF2B5EF4-FFF2-40B4-BE49-F238E27FC236}">
                <a16:creationId xmlns:a16="http://schemas.microsoft.com/office/drawing/2014/main" id="{0188A2B8-8E9C-DABD-D445-34BA0B6A3F13}"/>
              </a:ext>
            </a:extLst>
          </p:cNvPr>
          <p:cNvSpPr/>
          <p:nvPr/>
        </p:nvSpPr>
        <p:spPr>
          <a:xfrm>
            <a:off x="7768441" y="1507888"/>
            <a:ext cx="2828961" cy="1341310"/>
          </a:xfrm>
          <a:prstGeom prst="roundRect">
            <a:avLst/>
          </a:prstGeom>
          <a:solidFill>
            <a:srgbClr val="F0F4FF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7" name="Dikdörtgen: Köşeleri Yuvarlatılmış 16">
            <a:extLst>
              <a:ext uri="{FF2B5EF4-FFF2-40B4-BE49-F238E27FC236}">
                <a16:creationId xmlns:a16="http://schemas.microsoft.com/office/drawing/2014/main" id="{27FBA63C-1189-7F97-0689-33CCD0FF2375}"/>
              </a:ext>
            </a:extLst>
          </p:cNvPr>
          <p:cNvSpPr/>
          <p:nvPr/>
        </p:nvSpPr>
        <p:spPr>
          <a:xfrm>
            <a:off x="7768441" y="4621818"/>
            <a:ext cx="2828961" cy="1341310"/>
          </a:xfrm>
          <a:prstGeom prst="roundRect">
            <a:avLst/>
          </a:prstGeom>
          <a:solidFill>
            <a:srgbClr val="F0F4FF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cxnSp>
        <p:nvCxnSpPr>
          <p:cNvPr id="20" name="Düz Ok Bağlayıcısı 19">
            <a:extLst>
              <a:ext uri="{FF2B5EF4-FFF2-40B4-BE49-F238E27FC236}">
                <a16:creationId xmlns:a16="http://schemas.microsoft.com/office/drawing/2014/main" id="{D41E00A2-467B-C9E9-BFBF-BFF601A3CE2E}"/>
              </a:ext>
            </a:extLst>
          </p:cNvPr>
          <p:cNvCxnSpPr>
            <a:cxnSpLocks/>
          </p:cNvCxnSpPr>
          <p:nvPr/>
        </p:nvCxnSpPr>
        <p:spPr>
          <a:xfrm flipH="1" flipV="1">
            <a:off x="3848194" y="2178228"/>
            <a:ext cx="808872" cy="579279"/>
          </a:xfrm>
          <a:prstGeom prst="straightConnector1">
            <a:avLst/>
          </a:prstGeom>
          <a:ln w="25400" cmpd="dbl">
            <a:solidFill>
              <a:schemeClr val="accent1">
                <a:lumMod val="50000"/>
              </a:schemeClr>
            </a:solidFill>
            <a:prstDash val="dash"/>
            <a:bevel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Düz Ok Bağlayıcısı 20">
            <a:extLst>
              <a:ext uri="{FF2B5EF4-FFF2-40B4-BE49-F238E27FC236}">
                <a16:creationId xmlns:a16="http://schemas.microsoft.com/office/drawing/2014/main" id="{33AD6D01-F65F-5AC1-1715-CE7E6EF155A1}"/>
              </a:ext>
            </a:extLst>
          </p:cNvPr>
          <p:cNvCxnSpPr>
            <a:cxnSpLocks/>
          </p:cNvCxnSpPr>
          <p:nvPr/>
        </p:nvCxnSpPr>
        <p:spPr>
          <a:xfrm flipH="1">
            <a:off x="3828005" y="4791485"/>
            <a:ext cx="829061" cy="542546"/>
          </a:xfrm>
          <a:prstGeom prst="straightConnector1">
            <a:avLst/>
          </a:prstGeom>
          <a:ln w="25400" cmpd="dbl">
            <a:solidFill>
              <a:schemeClr val="accent1">
                <a:lumMod val="50000"/>
              </a:schemeClr>
            </a:solidFill>
            <a:prstDash val="dash"/>
            <a:bevel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Düz Ok Bağlayıcısı 21">
            <a:extLst>
              <a:ext uri="{FF2B5EF4-FFF2-40B4-BE49-F238E27FC236}">
                <a16:creationId xmlns:a16="http://schemas.microsoft.com/office/drawing/2014/main" id="{4CCEB1F9-A9DC-644B-2DAB-5853E7DDAE55}"/>
              </a:ext>
            </a:extLst>
          </p:cNvPr>
          <p:cNvCxnSpPr>
            <a:cxnSpLocks/>
          </p:cNvCxnSpPr>
          <p:nvPr/>
        </p:nvCxnSpPr>
        <p:spPr>
          <a:xfrm flipV="1">
            <a:off x="6816441" y="2093462"/>
            <a:ext cx="797259" cy="592733"/>
          </a:xfrm>
          <a:prstGeom prst="straightConnector1">
            <a:avLst/>
          </a:prstGeom>
          <a:ln w="25400" cmpd="dbl">
            <a:solidFill>
              <a:schemeClr val="accent1">
                <a:lumMod val="50000"/>
              </a:schemeClr>
            </a:solidFill>
            <a:prstDash val="dash"/>
            <a:bevel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>
            <a:extLst>
              <a:ext uri="{FF2B5EF4-FFF2-40B4-BE49-F238E27FC236}">
                <a16:creationId xmlns:a16="http://schemas.microsoft.com/office/drawing/2014/main" id="{3D67FED6-591F-EE12-0DF3-A23D05B3BC92}"/>
              </a:ext>
            </a:extLst>
          </p:cNvPr>
          <p:cNvCxnSpPr>
            <a:cxnSpLocks/>
          </p:cNvCxnSpPr>
          <p:nvPr/>
        </p:nvCxnSpPr>
        <p:spPr>
          <a:xfrm>
            <a:off x="6935964" y="4695689"/>
            <a:ext cx="717269" cy="713137"/>
          </a:xfrm>
          <a:prstGeom prst="straightConnector1">
            <a:avLst/>
          </a:prstGeom>
          <a:ln w="25400" cmpd="dbl">
            <a:solidFill>
              <a:schemeClr val="accent1">
                <a:lumMod val="50000"/>
              </a:schemeClr>
            </a:solidFill>
            <a:prstDash val="dash"/>
            <a:bevel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E683E835-D2CC-5AB6-D76C-584529C26D2C}"/>
              </a:ext>
            </a:extLst>
          </p:cNvPr>
          <p:cNvSpPr/>
          <p:nvPr/>
        </p:nvSpPr>
        <p:spPr>
          <a:xfrm>
            <a:off x="4287848" y="2388917"/>
            <a:ext cx="2778289" cy="2774373"/>
          </a:xfrm>
          <a:prstGeom prst="ellipse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D2473F5C-7C6E-0661-09B4-7F5886BC4A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19253" y="3147141"/>
            <a:ext cx="2385306" cy="1572010"/>
          </a:xfrm>
          <a:prstGeom prst="rect">
            <a:avLst/>
          </a:prstGeom>
        </p:spPr>
      </p:pic>
      <p:sp>
        <p:nvSpPr>
          <p:cNvPr id="29" name="Metin kutusu 28">
            <a:extLst>
              <a:ext uri="{FF2B5EF4-FFF2-40B4-BE49-F238E27FC236}">
                <a16:creationId xmlns:a16="http://schemas.microsoft.com/office/drawing/2014/main" id="{2F149D79-3AB0-4231-55B1-839F8610A984}"/>
              </a:ext>
            </a:extLst>
          </p:cNvPr>
          <p:cNvSpPr txBox="1"/>
          <p:nvPr/>
        </p:nvSpPr>
        <p:spPr>
          <a:xfrm>
            <a:off x="1011150" y="1690000"/>
            <a:ext cx="2608713" cy="309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520"/>
              </a:spcAft>
            </a:pPr>
            <a:r>
              <a:rPr lang="tr-TR" sz="1300" b="1" dirty="0">
                <a:solidFill>
                  <a:srgbClr val="2D3748"/>
                </a:solidFill>
                <a:latin typeface="+mj-lt"/>
              </a:rPr>
              <a:t>Manuel Süreçleri Ortadan Kaldırma</a:t>
            </a:r>
          </a:p>
        </p:txBody>
      </p:sp>
      <p:sp>
        <p:nvSpPr>
          <p:cNvPr id="31" name="Metin kutusu 30">
            <a:extLst>
              <a:ext uri="{FF2B5EF4-FFF2-40B4-BE49-F238E27FC236}">
                <a16:creationId xmlns:a16="http://schemas.microsoft.com/office/drawing/2014/main" id="{E8CE70CB-0EC2-FFFD-2F2B-D58B47AE7AE1}"/>
              </a:ext>
            </a:extLst>
          </p:cNvPr>
          <p:cNvSpPr txBox="1"/>
          <p:nvPr/>
        </p:nvSpPr>
        <p:spPr>
          <a:xfrm>
            <a:off x="1011149" y="2059964"/>
            <a:ext cx="2608713" cy="537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</a:pPr>
            <a:r>
              <a:rPr lang="tr-TR" sz="1200" dirty="0">
                <a:solidFill>
                  <a:srgbClr val="4A5568"/>
                </a:solidFill>
                <a:latin typeface="+mj-lt"/>
              </a:rPr>
              <a:t>Otomatik ürün aktarımı ve senkronizasyon</a:t>
            </a:r>
          </a:p>
        </p:txBody>
      </p:sp>
      <p:sp>
        <p:nvSpPr>
          <p:cNvPr id="32" name="Metin kutusu 31">
            <a:extLst>
              <a:ext uri="{FF2B5EF4-FFF2-40B4-BE49-F238E27FC236}">
                <a16:creationId xmlns:a16="http://schemas.microsoft.com/office/drawing/2014/main" id="{3F32F451-FF6D-F520-BC4C-CF8B908D9903}"/>
              </a:ext>
            </a:extLst>
          </p:cNvPr>
          <p:cNvSpPr txBox="1"/>
          <p:nvPr/>
        </p:nvSpPr>
        <p:spPr>
          <a:xfrm>
            <a:off x="7953207" y="1732095"/>
            <a:ext cx="2400324" cy="341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0"/>
              </a:lnSpc>
              <a:spcAft>
                <a:spcPts val="780"/>
              </a:spcAft>
            </a:pPr>
            <a:r>
              <a:rPr lang="tr-TR" sz="1400" b="1" dirty="0">
                <a:solidFill>
                  <a:srgbClr val="2D3748"/>
                </a:solidFill>
                <a:latin typeface="+mj-lt"/>
              </a:rPr>
              <a:t>Gerçek Zamanlı Veri Tutarlılığı</a:t>
            </a:r>
          </a:p>
        </p:txBody>
      </p:sp>
      <p:sp>
        <p:nvSpPr>
          <p:cNvPr id="33" name="Metin kutusu 32">
            <a:extLst>
              <a:ext uri="{FF2B5EF4-FFF2-40B4-BE49-F238E27FC236}">
                <a16:creationId xmlns:a16="http://schemas.microsoft.com/office/drawing/2014/main" id="{2F0521A0-9932-367A-1E5C-80C35E849389}"/>
              </a:ext>
            </a:extLst>
          </p:cNvPr>
          <p:cNvSpPr txBox="1"/>
          <p:nvPr/>
        </p:nvSpPr>
        <p:spPr>
          <a:xfrm>
            <a:off x="7960814" y="2045112"/>
            <a:ext cx="2400324" cy="537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</a:pPr>
            <a:r>
              <a:rPr lang="tr-TR" sz="1200" dirty="0">
                <a:solidFill>
                  <a:srgbClr val="4A5568"/>
                </a:solidFill>
                <a:latin typeface="Roboto"/>
              </a:rPr>
              <a:t>Tüm</a:t>
            </a:r>
            <a:r>
              <a:rPr lang="tr-TR" sz="1196" dirty="0">
                <a:solidFill>
                  <a:srgbClr val="BFDBFE"/>
                </a:solidFill>
                <a:latin typeface="Poppins"/>
              </a:rPr>
              <a:t> </a:t>
            </a:r>
            <a:r>
              <a:rPr lang="tr-TR" sz="1200" dirty="0">
                <a:solidFill>
                  <a:srgbClr val="4A5568"/>
                </a:solidFill>
                <a:latin typeface="Roboto"/>
              </a:rPr>
              <a:t>sistemlerde aynı anda güncel veri</a:t>
            </a:r>
          </a:p>
        </p:txBody>
      </p:sp>
      <p:sp>
        <p:nvSpPr>
          <p:cNvPr id="34" name="TextBox 17">
            <a:extLst>
              <a:ext uri="{FF2B5EF4-FFF2-40B4-BE49-F238E27FC236}">
                <a16:creationId xmlns:a16="http://schemas.microsoft.com/office/drawing/2014/main" id="{94ECA225-8237-3D82-B9B4-176705863522}"/>
              </a:ext>
            </a:extLst>
          </p:cNvPr>
          <p:cNvSpPr txBox="1"/>
          <p:nvPr/>
        </p:nvSpPr>
        <p:spPr>
          <a:xfrm>
            <a:off x="1084915" y="4970143"/>
            <a:ext cx="1830694" cy="36016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2080"/>
              </a:lnSpc>
              <a:spcAft>
                <a:spcPts val="780"/>
              </a:spcAft>
            </a:pPr>
            <a:r>
              <a:rPr lang="tr-TR" sz="1400" b="1" dirty="0">
                <a:solidFill>
                  <a:srgbClr val="2D3748"/>
                </a:solidFill>
                <a:latin typeface="+mj-lt"/>
              </a:rPr>
              <a:t>Operasyonel Verimlilik</a:t>
            </a:r>
          </a:p>
        </p:txBody>
      </p:sp>
      <p:sp>
        <p:nvSpPr>
          <p:cNvPr id="35" name="TextBox 18">
            <a:extLst>
              <a:ext uri="{FF2B5EF4-FFF2-40B4-BE49-F238E27FC236}">
                <a16:creationId xmlns:a16="http://schemas.microsoft.com/office/drawing/2014/main" id="{A3F71718-0294-2289-EE93-2FA482195B7F}"/>
              </a:ext>
            </a:extLst>
          </p:cNvPr>
          <p:cNvSpPr txBox="1"/>
          <p:nvPr/>
        </p:nvSpPr>
        <p:spPr>
          <a:xfrm>
            <a:off x="1084915" y="5297721"/>
            <a:ext cx="2477786" cy="55540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>
              <a:lnSpc>
                <a:spcPts val="1820"/>
              </a:lnSpc>
            </a:pPr>
            <a:r>
              <a:rPr lang="tr-TR" sz="1200" dirty="0">
                <a:solidFill>
                  <a:srgbClr val="4A5568"/>
                </a:solidFill>
                <a:latin typeface="+mj-lt"/>
              </a:rPr>
              <a:t>Hata riskini minimize ederek personel maliyetlerini optimize etme</a:t>
            </a:r>
          </a:p>
        </p:txBody>
      </p:sp>
      <p:sp>
        <p:nvSpPr>
          <p:cNvPr id="36" name="TextBox 22">
            <a:extLst>
              <a:ext uri="{FF2B5EF4-FFF2-40B4-BE49-F238E27FC236}">
                <a16:creationId xmlns:a16="http://schemas.microsoft.com/office/drawing/2014/main" id="{01403403-552B-808C-48F6-DB2FE1A91041}"/>
              </a:ext>
            </a:extLst>
          </p:cNvPr>
          <p:cNvSpPr txBox="1"/>
          <p:nvPr/>
        </p:nvSpPr>
        <p:spPr>
          <a:xfrm>
            <a:off x="8024248" y="4862085"/>
            <a:ext cx="1724126" cy="36016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2080"/>
              </a:lnSpc>
              <a:spcAft>
                <a:spcPts val="780"/>
              </a:spcAft>
            </a:pPr>
            <a:r>
              <a:rPr lang="tr-TR" sz="1400" b="1" dirty="0">
                <a:solidFill>
                  <a:srgbClr val="2D3748"/>
                </a:solidFill>
                <a:latin typeface="+mj-lt"/>
              </a:rPr>
              <a:t>Entegrasyon Kolaylığı</a:t>
            </a:r>
          </a:p>
        </p:txBody>
      </p:sp>
      <p:sp>
        <p:nvSpPr>
          <p:cNvPr id="37" name="TextBox 23">
            <a:extLst>
              <a:ext uri="{FF2B5EF4-FFF2-40B4-BE49-F238E27FC236}">
                <a16:creationId xmlns:a16="http://schemas.microsoft.com/office/drawing/2014/main" id="{CA205F8A-93D5-9029-F7CB-60F251CD567C}"/>
              </a:ext>
            </a:extLst>
          </p:cNvPr>
          <p:cNvSpPr txBox="1"/>
          <p:nvPr/>
        </p:nvSpPr>
        <p:spPr>
          <a:xfrm>
            <a:off x="8024248" y="5134562"/>
            <a:ext cx="2053771" cy="55540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>
              <a:lnSpc>
                <a:spcPts val="1820"/>
              </a:lnSpc>
            </a:pPr>
            <a:r>
              <a:rPr lang="tr-TR" sz="1200" dirty="0">
                <a:solidFill>
                  <a:srgbClr val="4A5568"/>
                </a:solidFill>
                <a:latin typeface="+mj-lt"/>
              </a:rPr>
              <a:t>Kısa sürede aktif sistem ve hızlı </a:t>
            </a:r>
            <a:r>
              <a:rPr lang="tr-TR" sz="1200" dirty="0" err="1">
                <a:solidFill>
                  <a:srgbClr val="4A5568"/>
                </a:solidFill>
                <a:latin typeface="+mj-lt"/>
              </a:rPr>
              <a:t>go-live</a:t>
            </a:r>
            <a:r>
              <a:rPr lang="tr-TR" sz="1200" dirty="0">
                <a:solidFill>
                  <a:srgbClr val="4A5568"/>
                </a:solidFill>
                <a:latin typeface="+mj-lt"/>
              </a:rPr>
              <a:t> süreci</a:t>
            </a:r>
          </a:p>
        </p:txBody>
      </p:sp>
      <p:sp>
        <p:nvSpPr>
          <p:cNvPr id="38" name="TextBox 2">
            <a:extLst>
              <a:ext uri="{FF2B5EF4-FFF2-40B4-BE49-F238E27FC236}">
                <a16:creationId xmlns:a16="http://schemas.microsoft.com/office/drawing/2014/main" id="{BAA08E38-62AC-BEB4-22C3-5A936AEBD2D1}"/>
              </a:ext>
            </a:extLst>
          </p:cNvPr>
          <p:cNvSpPr txBox="1"/>
          <p:nvPr/>
        </p:nvSpPr>
        <p:spPr>
          <a:xfrm>
            <a:off x="5248908" y="2609741"/>
            <a:ext cx="862672" cy="47891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lang="tr-TR" sz="2392" b="1" dirty="0">
                <a:solidFill>
                  <a:schemeClr val="tx2">
                    <a:lumMod val="50000"/>
                  </a:schemeClr>
                </a:solidFill>
              </a:rPr>
              <a:t>Amaç</a:t>
            </a:r>
            <a:endParaRPr sz="2392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839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C469D-BD83-8366-C449-0AFE18C02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fik 23">
            <a:extLst>
              <a:ext uri="{FF2B5EF4-FFF2-40B4-BE49-F238E27FC236}">
                <a16:creationId xmlns:a16="http://schemas.microsoft.com/office/drawing/2014/main" id="{0AD70C11-2890-802B-8EA5-8B8451E4E0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57714" y="1089390"/>
            <a:ext cx="4343651" cy="4354194"/>
          </a:xfrm>
          <a:prstGeom prst="rect">
            <a:avLst/>
          </a:prstGeom>
        </p:spPr>
      </p:pic>
      <p:sp>
        <p:nvSpPr>
          <p:cNvPr id="52" name="object 3">
            <a:extLst>
              <a:ext uri="{FF2B5EF4-FFF2-40B4-BE49-F238E27FC236}">
                <a16:creationId xmlns:a16="http://schemas.microsoft.com/office/drawing/2014/main" id="{1D875AFB-FC33-CD5A-CC8D-BDAC42F194C2}"/>
              </a:ext>
            </a:extLst>
          </p:cNvPr>
          <p:cNvSpPr>
            <a:spLocks noChangeAspect="1"/>
          </p:cNvSpPr>
          <p:nvPr/>
        </p:nvSpPr>
        <p:spPr>
          <a:xfrm>
            <a:off x="244769" y="-1438805"/>
            <a:ext cx="1314417" cy="3235678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rgbClr val="B6CAFF">
              <a:alpha val="1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3">
            <a:extLst>
              <a:ext uri="{FF2B5EF4-FFF2-40B4-BE49-F238E27FC236}">
                <a16:creationId xmlns:a16="http://schemas.microsoft.com/office/drawing/2014/main" id="{F00F40D7-7448-FF81-DD1D-67EAEFECF581}"/>
              </a:ext>
            </a:extLst>
          </p:cNvPr>
          <p:cNvSpPr/>
          <p:nvPr/>
        </p:nvSpPr>
        <p:spPr>
          <a:xfrm rot="10800000">
            <a:off x="10696639" y="3616424"/>
            <a:ext cx="1314417" cy="3358950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  <a:alpha val="13998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5">
            <a:extLst>
              <a:ext uri="{FF2B5EF4-FFF2-40B4-BE49-F238E27FC236}">
                <a16:creationId xmlns:a16="http://schemas.microsoft.com/office/drawing/2014/main" id="{FD74CD73-ADFB-5106-DF38-622984804E8D}"/>
              </a:ext>
            </a:extLst>
          </p:cNvPr>
          <p:cNvSpPr/>
          <p:nvPr/>
        </p:nvSpPr>
        <p:spPr>
          <a:xfrm>
            <a:off x="107004" y="6230270"/>
            <a:ext cx="11904051" cy="496126"/>
          </a:xfrm>
          <a:custGeom>
            <a:avLst/>
            <a:gdLst/>
            <a:ahLst/>
            <a:cxnLst/>
            <a:rect l="l" t="t" r="r" b="b"/>
            <a:pathLst>
              <a:path w="17444720" h="795020">
                <a:moveTo>
                  <a:pt x="17155708" y="0"/>
                </a:moveTo>
                <a:lnTo>
                  <a:pt x="288965" y="0"/>
                </a:lnTo>
                <a:lnTo>
                  <a:pt x="242091" y="3782"/>
                </a:lnTo>
                <a:lnTo>
                  <a:pt x="197627" y="14732"/>
                </a:lnTo>
                <a:lnTo>
                  <a:pt x="156166" y="32254"/>
                </a:lnTo>
                <a:lnTo>
                  <a:pt x="118303" y="55754"/>
                </a:lnTo>
                <a:lnTo>
                  <a:pt x="84633" y="84637"/>
                </a:lnTo>
                <a:lnTo>
                  <a:pt x="55751" y="118307"/>
                </a:lnTo>
                <a:lnTo>
                  <a:pt x="32252" y="156170"/>
                </a:lnTo>
                <a:lnTo>
                  <a:pt x="14731" y="197631"/>
                </a:lnTo>
                <a:lnTo>
                  <a:pt x="3781" y="242094"/>
                </a:lnTo>
                <a:lnTo>
                  <a:pt x="0" y="288965"/>
                </a:lnTo>
                <a:lnTo>
                  <a:pt x="0" y="505461"/>
                </a:lnTo>
                <a:lnTo>
                  <a:pt x="3781" y="552331"/>
                </a:lnTo>
                <a:lnTo>
                  <a:pt x="14731" y="596794"/>
                </a:lnTo>
                <a:lnTo>
                  <a:pt x="32252" y="638255"/>
                </a:lnTo>
                <a:lnTo>
                  <a:pt x="55751" y="676118"/>
                </a:lnTo>
                <a:lnTo>
                  <a:pt x="84633" y="709788"/>
                </a:lnTo>
                <a:lnTo>
                  <a:pt x="118303" y="738671"/>
                </a:lnTo>
                <a:lnTo>
                  <a:pt x="156166" y="762171"/>
                </a:lnTo>
                <a:lnTo>
                  <a:pt x="197627" y="779694"/>
                </a:lnTo>
                <a:lnTo>
                  <a:pt x="242091" y="790643"/>
                </a:lnTo>
                <a:lnTo>
                  <a:pt x="288965" y="794426"/>
                </a:lnTo>
                <a:lnTo>
                  <a:pt x="17155708" y="794426"/>
                </a:lnTo>
                <a:lnTo>
                  <a:pt x="17202578" y="790643"/>
                </a:lnTo>
                <a:lnTo>
                  <a:pt x="17247041" y="779694"/>
                </a:lnTo>
                <a:lnTo>
                  <a:pt x="17288502" y="762171"/>
                </a:lnTo>
                <a:lnTo>
                  <a:pt x="17326365" y="738671"/>
                </a:lnTo>
                <a:lnTo>
                  <a:pt x="17360035" y="709788"/>
                </a:lnTo>
                <a:lnTo>
                  <a:pt x="17388918" y="676118"/>
                </a:lnTo>
                <a:lnTo>
                  <a:pt x="17412418" y="638255"/>
                </a:lnTo>
                <a:lnTo>
                  <a:pt x="17429940" y="596794"/>
                </a:lnTo>
                <a:lnTo>
                  <a:pt x="17440890" y="552331"/>
                </a:lnTo>
                <a:lnTo>
                  <a:pt x="17444673" y="505461"/>
                </a:lnTo>
                <a:lnTo>
                  <a:pt x="17444673" y="288965"/>
                </a:lnTo>
                <a:lnTo>
                  <a:pt x="17440890" y="242094"/>
                </a:lnTo>
                <a:lnTo>
                  <a:pt x="17429940" y="197631"/>
                </a:lnTo>
                <a:lnTo>
                  <a:pt x="17412418" y="156170"/>
                </a:lnTo>
                <a:lnTo>
                  <a:pt x="17388918" y="118307"/>
                </a:lnTo>
                <a:lnTo>
                  <a:pt x="17360035" y="84637"/>
                </a:lnTo>
                <a:lnTo>
                  <a:pt x="17326365" y="55754"/>
                </a:lnTo>
                <a:lnTo>
                  <a:pt x="17288502" y="32254"/>
                </a:lnTo>
                <a:lnTo>
                  <a:pt x="17247041" y="14732"/>
                </a:lnTo>
                <a:lnTo>
                  <a:pt x="17202578" y="3782"/>
                </a:lnTo>
                <a:lnTo>
                  <a:pt x="17155708" y="0"/>
                </a:lnTo>
                <a:close/>
              </a:path>
            </a:pathLst>
          </a:custGeom>
          <a:solidFill>
            <a:srgbClr val="DCE8F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20BD89-16DE-0276-2FA2-DE96E456D678}"/>
              </a:ext>
            </a:extLst>
          </p:cNvPr>
          <p:cNvSpPr txBox="1"/>
          <p:nvPr/>
        </p:nvSpPr>
        <p:spPr>
          <a:xfrm>
            <a:off x="666733" y="379667"/>
            <a:ext cx="1337995" cy="47891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lang="tr-TR" sz="2392" b="1" dirty="0">
                <a:solidFill>
                  <a:schemeClr val="tx2">
                    <a:lumMod val="50000"/>
                  </a:schemeClr>
                </a:solidFill>
              </a:rPr>
              <a:t>Özellikler</a:t>
            </a:r>
            <a:endParaRPr sz="2392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F02CDDED-956B-0D32-D61F-884F45F1C5B6}"/>
              </a:ext>
            </a:extLst>
          </p:cNvPr>
          <p:cNvSpPr>
            <a:spLocks noChangeAspect="1"/>
          </p:cNvSpPr>
          <p:nvPr/>
        </p:nvSpPr>
        <p:spPr>
          <a:xfrm>
            <a:off x="11014675" y="6418761"/>
            <a:ext cx="680836" cy="121376"/>
          </a:xfrm>
          <a:custGeom>
            <a:avLst/>
            <a:gdLst/>
            <a:ahLst/>
            <a:cxnLst/>
            <a:rect l="l" t="t" r="r" b="b"/>
            <a:pathLst>
              <a:path w="1969770" h="351154">
                <a:moveTo>
                  <a:pt x="235800" y="57454"/>
                </a:moveTo>
                <a:lnTo>
                  <a:pt x="0" y="57454"/>
                </a:lnTo>
                <a:lnTo>
                  <a:pt x="0" y="293255"/>
                </a:lnTo>
                <a:lnTo>
                  <a:pt x="235800" y="293255"/>
                </a:lnTo>
                <a:lnTo>
                  <a:pt x="235800" y="57454"/>
                </a:lnTo>
                <a:close/>
              </a:path>
              <a:path w="1969770" h="351154">
                <a:moveTo>
                  <a:pt x="612825" y="167817"/>
                </a:moveTo>
                <a:lnTo>
                  <a:pt x="609282" y="126669"/>
                </a:lnTo>
                <a:lnTo>
                  <a:pt x="598157" y="87655"/>
                </a:lnTo>
                <a:lnTo>
                  <a:pt x="578739" y="53174"/>
                </a:lnTo>
                <a:lnTo>
                  <a:pt x="550316" y="25603"/>
                </a:lnTo>
                <a:lnTo>
                  <a:pt x="516242" y="9283"/>
                </a:lnTo>
                <a:lnTo>
                  <a:pt x="516242" y="137693"/>
                </a:lnTo>
                <a:lnTo>
                  <a:pt x="392950" y="137693"/>
                </a:lnTo>
                <a:lnTo>
                  <a:pt x="397992" y="115531"/>
                </a:lnTo>
                <a:lnTo>
                  <a:pt x="409727" y="93510"/>
                </a:lnTo>
                <a:lnTo>
                  <a:pt x="429158" y="76619"/>
                </a:lnTo>
                <a:lnTo>
                  <a:pt x="457327" y="69875"/>
                </a:lnTo>
                <a:lnTo>
                  <a:pt x="486765" y="76911"/>
                </a:lnTo>
                <a:lnTo>
                  <a:pt x="504761" y="94272"/>
                </a:lnTo>
                <a:lnTo>
                  <a:pt x="513778" y="116395"/>
                </a:lnTo>
                <a:lnTo>
                  <a:pt x="516128" y="136740"/>
                </a:lnTo>
                <a:lnTo>
                  <a:pt x="516242" y="137693"/>
                </a:lnTo>
                <a:lnTo>
                  <a:pt x="516242" y="9283"/>
                </a:lnTo>
                <a:lnTo>
                  <a:pt x="512140" y="7315"/>
                </a:lnTo>
                <a:lnTo>
                  <a:pt x="463499" y="698"/>
                </a:lnTo>
                <a:lnTo>
                  <a:pt x="410540" y="8039"/>
                </a:lnTo>
                <a:lnTo>
                  <a:pt x="367880" y="28168"/>
                </a:lnTo>
                <a:lnTo>
                  <a:pt x="335241" y="58229"/>
                </a:lnTo>
                <a:lnTo>
                  <a:pt x="312293" y="95377"/>
                </a:lnTo>
                <a:lnTo>
                  <a:pt x="298754" y="136740"/>
                </a:lnTo>
                <a:lnTo>
                  <a:pt x="294309" y="179476"/>
                </a:lnTo>
                <a:lnTo>
                  <a:pt x="299656" y="228498"/>
                </a:lnTo>
                <a:lnTo>
                  <a:pt x="315391" y="270268"/>
                </a:lnTo>
                <a:lnTo>
                  <a:pt x="341058" y="304050"/>
                </a:lnTo>
                <a:lnTo>
                  <a:pt x="376212" y="329095"/>
                </a:lnTo>
                <a:lnTo>
                  <a:pt x="420370" y="344665"/>
                </a:lnTo>
                <a:lnTo>
                  <a:pt x="473087" y="350024"/>
                </a:lnTo>
                <a:lnTo>
                  <a:pt x="506285" y="348729"/>
                </a:lnTo>
                <a:lnTo>
                  <a:pt x="537819" y="344805"/>
                </a:lnTo>
                <a:lnTo>
                  <a:pt x="567296" y="338175"/>
                </a:lnTo>
                <a:lnTo>
                  <a:pt x="594334" y="328790"/>
                </a:lnTo>
                <a:lnTo>
                  <a:pt x="583425" y="272630"/>
                </a:lnTo>
                <a:lnTo>
                  <a:pt x="580631" y="258254"/>
                </a:lnTo>
                <a:lnTo>
                  <a:pt x="559333" y="264541"/>
                </a:lnTo>
                <a:lnTo>
                  <a:pt x="537210" y="269024"/>
                </a:lnTo>
                <a:lnTo>
                  <a:pt x="513676" y="271729"/>
                </a:lnTo>
                <a:lnTo>
                  <a:pt x="488149" y="272630"/>
                </a:lnTo>
                <a:lnTo>
                  <a:pt x="453250" y="268744"/>
                </a:lnTo>
                <a:lnTo>
                  <a:pt x="423684" y="256959"/>
                </a:lnTo>
                <a:lnTo>
                  <a:pt x="402717" y="237083"/>
                </a:lnTo>
                <a:lnTo>
                  <a:pt x="393636" y="208915"/>
                </a:lnTo>
                <a:lnTo>
                  <a:pt x="609396" y="208915"/>
                </a:lnTo>
                <a:lnTo>
                  <a:pt x="610501" y="201828"/>
                </a:lnTo>
                <a:lnTo>
                  <a:pt x="611619" y="192227"/>
                </a:lnTo>
                <a:lnTo>
                  <a:pt x="612482" y="180695"/>
                </a:lnTo>
                <a:lnTo>
                  <a:pt x="612825" y="167817"/>
                </a:lnTo>
                <a:close/>
              </a:path>
              <a:path w="1969770" h="351154">
                <a:moveTo>
                  <a:pt x="960602" y="148628"/>
                </a:moveTo>
                <a:lnTo>
                  <a:pt x="954709" y="95719"/>
                </a:lnTo>
                <a:lnTo>
                  <a:pt x="938136" y="55156"/>
                </a:lnTo>
                <a:lnTo>
                  <a:pt x="912520" y="26581"/>
                </a:lnTo>
                <a:lnTo>
                  <a:pt x="840740" y="4114"/>
                </a:lnTo>
                <a:lnTo>
                  <a:pt x="802805" y="9486"/>
                </a:lnTo>
                <a:lnTo>
                  <a:pt x="773099" y="22948"/>
                </a:lnTo>
                <a:lnTo>
                  <a:pt x="751344" y="40513"/>
                </a:lnTo>
                <a:lnTo>
                  <a:pt x="737298" y="58216"/>
                </a:lnTo>
                <a:lnTo>
                  <a:pt x="735266" y="58216"/>
                </a:lnTo>
                <a:lnTo>
                  <a:pt x="730465" y="11645"/>
                </a:lnTo>
                <a:lnTo>
                  <a:pt x="640054" y="11645"/>
                </a:lnTo>
                <a:lnTo>
                  <a:pt x="641934" y="60706"/>
                </a:lnTo>
                <a:lnTo>
                  <a:pt x="642556" y="88404"/>
                </a:lnTo>
                <a:lnTo>
                  <a:pt x="642797" y="118491"/>
                </a:lnTo>
                <a:lnTo>
                  <a:pt x="642797" y="346595"/>
                </a:lnTo>
                <a:lnTo>
                  <a:pt x="746899" y="346595"/>
                </a:lnTo>
                <a:lnTo>
                  <a:pt x="746899" y="153441"/>
                </a:lnTo>
                <a:lnTo>
                  <a:pt x="747039" y="146291"/>
                </a:lnTo>
                <a:lnTo>
                  <a:pt x="769073" y="100685"/>
                </a:lnTo>
                <a:lnTo>
                  <a:pt x="803757" y="88366"/>
                </a:lnTo>
                <a:lnTo>
                  <a:pt x="827887" y="93637"/>
                </a:lnTo>
                <a:lnTo>
                  <a:pt x="844245" y="108483"/>
                </a:lnTo>
                <a:lnTo>
                  <a:pt x="853541" y="131419"/>
                </a:lnTo>
                <a:lnTo>
                  <a:pt x="856488" y="160972"/>
                </a:lnTo>
                <a:lnTo>
                  <a:pt x="856488" y="346595"/>
                </a:lnTo>
                <a:lnTo>
                  <a:pt x="960602" y="346595"/>
                </a:lnTo>
                <a:lnTo>
                  <a:pt x="960602" y="148628"/>
                </a:lnTo>
                <a:close/>
              </a:path>
              <a:path w="1969770" h="351154">
                <a:moveTo>
                  <a:pt x="1337843" y="171919"/>
                </a:moveTo>
                <a:lnTo>
                  <a:pt x="1332293" y="123990"/>
                </a:lnTo>
                <a:lnTo>
                  <a:pt x="1316304" y="82296"/>
                </a:lnTo>
                <a:lnTo>
                  <a:pt x="1310640" y="74663"/>
                </a:lnTo>
                <a:lnTo>
                  <a:pt x="1290840" y="47955"/>
                </a:lnTo>
                <a:lnTo>
                  <a:pt x="1256868" y="22047"/>
                </a:lnTo>
                <a:lnTo>
                  <a:pt x="1230312" y="11595"/>
                </a:lnTo>
                <a:lnTo>
                  <a:pt x="1230312" y="174663"/>
                </a:lnTo>
                <a:lnTo>
                  <a:pt x="1225804" y="215353"/>
                </a:lnTo>
                <a:lnTo>
                  <a:pt x="1225702" y="216217"/>
                </a:lnTo>
                <a:lnTo>
                  <a:pt x="1212507" y="248208"/>
                </a:lnTo>
                <a:lnTo>
                  <a:pt x="1191590" y="268770"/>
                </a:lnTo>
                <a:lnTo>
                  <a:pt x="1163866" y="276034"/>
                </a:lnTo>
                <a:lnTo>
                  <a:pt x="1134376" y="268401"/>
                </a:lnTo>
                <a:lnTo>
                  <a:pt x="1112926" y="247269"/>
                </a:lnTo>
                <a:lnTo>
                  <a:pt x="1099820" y="215353"/>
                </a:lnTo>
                <a:lnTo>
                  <a:pt x="1095375" y="175348"/>
                </a:lnTo>
                <a:lnTo>
                  <a:pt x="1099146" y="138811"/>
                </a:lnTo>
                <a:lnTo>
                  <a:pt x="1111135" y="106502"/>
                </a:lnTo>
                <a:lnTo>
                  <a:pt x="1132306" y="83515"/>
                </a:lnTo>
                <a:lnTo>
                  <a:pt x="1132154" y="83515"/>
                </a:lnTo>
                <a:lnTo>
                  <a:pt x="1163866" y="74663"/>
                </a:lnTo>
                <a:lnTo>
                  <a:pt x="1194752" y="83515"/>
                </a:lnTo>
                <a:lnTo>
                  <a:pt x="1194333" y="83515"/>
                </a:lnTo>
                <a:lnTo>
                  <a:pt x="1214805" y="106159"/>
                </a:lnTo>
                <a:lnTo>
                  <a:pt x="1226578" y="138226"/>
                </a:lnTo>
                <a:lnTo>
                  <a:pt x="1230312" y="174663"/>
                </a:lnTo>
                <a:lnTo>
                  <a:pt x="1230312" y="11595"/>
                </a:lnTo>
                <a:lnTo>
                  <a:pt x="1215364" y="5702"/>
                </a:lnTo>
                <a:lnTo>
                  <a:pt x="1167295" y="0"/>
                </a:lnTo>
                <a:lnTo>
                  <a:pt x="1115822" y="5702"/>
                </a:lnTo>
                <a:lnTo>
                  <a:pt x="1116241" y="5702"/>
                </a:lnTo>
                <a:lnTo>
                  <a:pt x="1072565" y="22047"/>
                </a:lnTo>
                <a:lnTo>
                  <a:pt x="1036980" y="48209"/>
                </a:lnTo>
                <a:lnTo>
                  <a:pt x="1010310" y="83515"/>
                </a:lnTo>
                <a:lnTo>
                  <a:pt x="993609" y="127076"/>
                </a:lnTo>
                <a:lnTo>
                  <a:pt x="987831" y="178079"/>
                </a:lnTo>
                <a:lnTo>
                  <a:pt x="993787" y="227736"/>
                </a:lnTo>
                <a:lnTo>
                  <a:pt x="993863" y="228447"/>
                </a:lnTo>
                <a:lnTo>
                  <a:pt x="1010996" y="270929"/>
                </a:lnTo>
                <a:lnTo>
                  <a:pt x="1037742" y="304977"/>
                </a:lnTo>
                <a:lnTo>
                  <a:pt x="1072667" y="329996"/>
                </a:lnTo>
                <a:lnTo>
                  <a:pt x="1114285" y="345427"/>
                </a:lnTo>
                <a:lnTo>
                  <a:pt x="1161122" y="350697"/>
                </a:lnTo>
                <a:lnTo>
                  <a:pt x="1205369" y="345960"/>
                </a:lnTo>
                <a:lnTo>
                  <a:pt x="1246822" y="331597"/>
                </a:lnTo>
                <a:lnTo>
                  <a:pt x="1283131" y="307289"/>
                </a:lnTo>
                <a:lnTo>
                  <a:pt x="1309230" y="276034"/>
                </a:lnTo>
                <a:lnTo>
                  <a:pt x="1311973" y="272757"/>
                </a:lnTo>
                <a:lnTo>
                  <a:pt x="1330985" y="227736"/>
                </a:lnTo>
                <a:lnTo>
                  <a:pt x="1337843" y="171919"/>
                </a:lnTo>
                <a:close/>
              </a:path>
              <a:path w="1969770" h="351154">
                <a:moveTo>
                  <a:pt x="1636318" y="13716"/>
                </a:moveTo>
                <a:lnTo>
                  <a:pt x="1618513" y="8216"/>
                </a:lnTo>
                <a:lnTo>
                  <a:pt x="1598650" y="4127"/>
                </a:lnTo>
                <a:lnTo>
                  <a:pt x="1577759" y="1574"/>
                </a:lnTo>
                <a:lnTo>
                  <a:pt x="1556867" y="698"/>
                </a:lnTo>
                <a:lnTo>
                  <a:pt x="1499374" y="7086"/>
                </a:lnTo>
                <a:lnTo>
                  <a:pt x="1451737" y="25107"/>
                </a:lnTo>
                <a:lnTo>
                  <a:pt x="1414221" y="53009"/>
                </a:lnTo>
                <a:lnTo>
                  <a:pt x="1387094" y="89077"/>
                </a:lnTo>
                <a:lnTo>
                  <a:pt x="1370622" y="131584"/>
                </a:lnTo>
                <a:lnTo>
                  <a:pt x="1365072" y="178790"/>
                </a:lnTo>
                <a:lnTo>
                  <a:pt x="1370698" y="227850"/>
                </a:lnTo>
                <a:lnTo>
                  <a:pt x="1387017" y="269760"/>
                </a:lnTo>
                <a:lnTo>
                  <a:pt x="1413192" y="303707"/>
                </a:lnTo>
                <a:lnTo>
                  <a:pt x="1448384" y="328917"/>
                </a:lnTo>
                <a:lnTo>
                  <a:pt x="1491767" y="344614"/>
                </a:lnTo>
                <a:lnTo>
                  <a:pt x="1542478" y="350024"/>
                </a:lnTo>
                <a:lnTo>
                  <a:pt x="1571205" y="348818"/>
                </a:lnTo>
                <a:lnTo>
                  <a:pt x="1618869" y="340487"/>
                </a:lnTo>
                <a:lnTo>
                  <a:pt x="1623314" y="257543"/>
                </a:lnTo>
                <a:lnTo>
                  <a:pt x="1610817" y="262153"/>
                </a:lnTo>
                <a:lnTo>
                  <a:pt x="1596847" y="265595"/>
                </a:lnTo>
                <a:lnTo>
                  <a:pt x="1581200" y="267766"/>
                </a:lnTo>
                <a:lnTo>
                  <a:pt x="1563712" y="268516"/>
                </a:lnTo>
                <a:lnTo>
                  <a:pt x="1527987" y="262420"/>
                </a:lnTo>
                <a:lnTo>
                  <a:pt x="1498815" y="244449"/>
                </a:lnTo>
                <a:lnTo>
                  <a:pt x="1479156" y="215061"/>
                </a:lnTo>
                <a:lnTo>
                  <a:pt x="1471942" y="174675"/>
                </a:lnTo>
                <a:lnTo>
                  <a:pt x="1477962" y="136893"/>
                </a:lnTo>
                <a:lnTo>
                  <a:pt x="1495996" y="107213"/>
                </a:lnTo>
                <a:lnTo>
                  <a:pt x="1524431" y="87795"/>
                </a:lnTo>
                <a:lnTo>
                  <a:pt x="1561655" y="80835"/>
                </a:lnTo>
                <a:lnTo>
                  <a:pt x="1580578" y="81673"/>
                </a:lnTo>
                <a:lnTo>
                  <a:pt x="1596415" y="83921"/>
                </a:lnTo>
                <a:lnTo>
                  <a:pt x="1609432" y="87185"/>
                </a:lnTo>
                <a:lnTo>
                  <a:pt x="1619872" y="91097"/>
                </a:lnTo>
                <a:lnTo>
                  <a:pt x="1636318" y="13716"/>
                </a:lnTo>
                <a:close/>
              </a:path>
              <a:path w="1969770" h="351154">
                <a:moveTo>
                  <a:pt x="1969706" y="343166"/>
                </a:moveTo>
                <a:lnTo>
                  <a:pt x="1967141" y="327291"/>
                </a:lnTo>
                <a:lnTo>
                  <a:pt x="1965604" y="309587"/>
                </a:lnTo>
                <a:lnTo>
                  <a:pt x="1965426" y="307632"/>
                </a:lnTo>
                <a:lnTo>
                  <a:pt x="1964550" y="286537"/>
                </a:lnTo>
                <a:lnTo>
                  <a:pt x="1964512" y="285661"/>
                </a:lnTo>
                <a:lnTo>
                  <a:pt x="1964423" y="277406"/>
                </a:lnTo>
                <a:lnTo>
                  <a:pt x="1964296" y="267550"/>
                </a:lnTo>
                <a:lnTo>
                  <a:pt x="1964245" y="184937"/>
                </a:lnTo>
                <a:lnTo>
                  <a:pt x="1964245" y="145211"/>
                </a:lnTo>
                <a:lnTo>
                  <a:pt x="1959711" y="99593"/>
                </a:lnTo>
                <a:lnTo>
                  <a:pt x="1944801" y="59766"/>
                </a:lnTo>
                <a:lnTo>
                  <a:pt x="1917484" y="28232"/>
                </a:lnTo>
                <a:lnTo>
                  <a:pt x="1875777" y="7467"/>
                </a:lnTo>
                <a:lnTo>
                  <a:pt x="1863547" y="5905"/>
                </a:lnTo>
                <a:lnTo>
                  <a:pt x="1863547" y="184937"/>
                </a:lnTo>
                <a:lnTo>
                  <a:pt x="1863547" y="227406"/>
                </a:lnTo>
                <a:lnTo>
                  <a:pt x="1841373" y="266192"/>
                </a:lnTo>
                <a:lnTo>
                  <a:pt x="1807375" y="277406"/>
                </a:lnTo>
                <a:lnTo>
                  <a:pt x="1791131" y="274955"/>
                </a:lnTo>
                <a:lnTo>
                  <a:pt x="1778101" y="267550"/>
                </a:lnTo>
                <a:lnTo>
                  <a:pt x="1769440" y="255155"/>
                </a:lnTo>
                <a:lnTo>
                  <a:pt x="1766290" y="237680"/>
                </a:lnTo>
                <a:lnTo>
                  <a:pt x="1773783" y="212674"/>
                </a:lnTo>
                <a:lnTo>
                  <a:pt x="1794370" y="196405"/>
                </a:lnTo>
                <a:lnTo>
                  <a:pt x="1825244" y="187591"/>
                </a:lnTo>
                <a:lnTo>
                  <a:pt x="1863547" y="184937"/>
                </a:lnTo>
                <a:lnTo>
                  <a:pt x="1863547" y="5905"/>
                </a:lnTo>
                <a:lnTo>
                  <a:pt x="1817674" y="0"/>
                </a:lnTo>
                <a:lnTo>
                  <a:pt x="1774888" y="2882"/>
                </a:lnTo>
                <a:lnTo>
                  <a:pt x="1738464" y="10185"/>
                </a:lnTo>
                <a:lnTo>
                  <a:pt x="1709102" y="19939"/>
                </a:lnTo>
                <a:lnTo>
                  <a:pt x="1687512" y="30149"/>
                </a:lnTo>
                <a:lnTo>
                  <a:pt x="1706702" y="97256"/>
                </a:lnTo>
                <a:lnTo>
                  <a:pt x="1725574" y="87528"/>
                </a:lnTo>
                <a:lnTo>
                  <a:pt x="1748307" y="79451"/>
                </a:lnTo>
                <a:lnTo>
                  <a:pt x="1773351" y="73952"/>
                </a:lnTo>
                <a:lnTo>
                  <a:pt x="1799158" y="71907"/>
                </a:lnTo>
                <a:lnTo>
                  <a:pt x="1830349" y="76161"/>
                </a:lnTo>
                <a:lnTo>
                  <a:pt x="1848904" y="86893"/>
                </a:lnTo>
                <a:lnTo>
                  <a:pt x="1857819" y="101104"/>
                </a:lnTo>
                <a:lnTo>
                  <a:pt x="1860130" y="115760"/>
                </a:lnTo>
                <a:lnTo>
                  <a:pt x="1860130" y="119875"/>
                </a:lnTo>
                <a:lnTo>
                  <a:pt x="1804416" y="123317"/>
                </a:lnTo>
                <a:lnTo>
                  <a:pt x="1756498" y="133743"/>
                </a:lnTo>
                <a:lnTo>
                  <a:pt x="1717395" y="151282"/>
                </a:lnTo>
                <a:lnTo>
                  <a:pt x="1688185" y="176085"/>
                </a:lnTo>
                <a:lnTo>
                  <a:pt x="1669884" y="208254"/>
                </a:lnTo>
                <a:lnTo>
                  <a:pt x="1663547" y="247954"/>
                </a:lnTo>
                <a:lnTo>
                  <a:pt x="1670926" y="286537"/>
                </a:lnTo>
                <a:lnTo>
                  <a:pt x="1692224" y="319354"/>
                </a:lnTo>
                <a:lnTo>
                  <a:pt x="1726247" y="342163"/>
                </a:lnTo>
                <a:lnTo>
                  <a:pt x="1771764" y="350697"/>
                </a:lnTo>
                <a:lnTo>
                  <a:pt x="1800428" y="348030"/>
                </a:lnTo>
                <a:lnTo>
                  <a:pt x="1826387" y="340169"/>
                </a:lnTo>
                <a:lnTo>
                  <a:pt x="1849018" y="327291"/>
                </a:lnTo>
                <a:lnTo>
                  <a:pt x="1867662" y="309587"/>
                </a:lnTo>
                <a:lnTo>
                  <a:pt x="1869706" y="309587"/>
                </a:lnTo>
                <a:lnTo>
                  <a:pt x="1875878" y="343166"/>
                </a:lnTo>
                <a:lnTo>
                  <a:pt x="1969706" y="343166"/>
                </a:lnTo>
                <a:close/>
              </a:path>
            </a:pathLst>
          </a:custGeom>
          <a:solidFill>
            <a:srgbClr val="0000FC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092" dirty="0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0AA14D42-15E3-164F-BB89-D0F55D1547BD}"/>
              </a:ext>
            </a:extLst>
          </p:cNvPr>
          <p:cNvSpPr txBox="1"/>
          <p:nvPr/>
        </p:nvSpPr>
        <p:spPr>
          <a:xfrm>
            <a:off x="5171913" y="237734"/>
            <a:ext cx="1712264" cy="36343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2080"/>
              </a:lnSpc>
            </a:pPr>
            <a:r>
              <a:rPr lang="tr-TR" sz="1600" b="1" dirty="0">
                <a:solidFill>
                  <a:srgbClr val="2D3748"/>
                </a:solidFill>
                <a:latin typeface="Montserrat"/>
              </a:rPr>
              <a:t>Ürün Yönetimi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985AE59A-F17A-1BB9-FE4C-049B9C44144C}"/>
              </a:ext>
            </a:extLst>
          </p:cNvPr>
          <p:cNvSpPr txBox="1"/>
          <p:nvPr/>
        </p:nvSpPr>
        <p:spPr>
          <a:xfrm>
            <a:off x="4199481" y="624827"/>
            <a:ext cx="3657129" cy="3512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>
              <a:lnSpc>
                <a:spcPts val="2080"/>
              </a:lnSpc>
            </a:pPr>
            <a:r>
              <a:rPr lang="tr-TR" sz="1200" dirty="0">
                <a:solidFill>
                  <a:srgbClr val="4A5568"/>
                </a:solidFill>
                <a:latin typeface="Roboto"/>
              </a:rPr>
              <a:t>Varyantlı Ürün Aktarımı ve otomatik senkronizasyon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C34262D9-4509-3EB1-D98E-304880D7A505}"/>
              </a:ext>
            </a:extLst>
          </p:cNvPr>
          <p:cNvSpPr txBox="1"/>
          <p:nvPr/>
        </p:nvSpPr>
        <p:spPr>
          <a:xfrm>
            <a:off x="2261567" y="1680465"/>
            <a:ext cx="907556" cy="36343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2080"/>
              </a:lnSpc>
            </a:pPr>
            <a:r>
              <a:rPr lang="tr-TR" sz="1600" b="1" dirty="0">
                <a:solidFill>
                  <a:srgbClr val="2D3748"/>
                </a:solidFill>
                <a:latin typeface="Montserrat"/>
              </a:rPr>
              <a:t>İş Akışı</a:t>
            </a: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36FA4B40-0CA6-A063-09A6-01FCCF33F5DB}"/>
              </a:ext>
            </a:extLst>
          </p:cNvPr>
          <p:cNvSpPr txBox="1"/>
          <p:nvPr/>
        </p:nvSpPr>
        <p:spPr>
          <a:xfrm>
            <a:off x="1559186" y="2111161"/>
            <a:ext cx="2300730" cy="62055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</a:pPr>
            <a:r>
              <a:rPr lang="tr-TR" sz="1200" dirty="0">
                <a:solidFill>
                  <a:srgbClr val="4A5568"/>
                </a:solidFill>
                <a:latin typeface="Roboto"/>
              </a:rPr>
              <a:t>Sipariş entegrasyonu, iade ve iptal yönetimi</a:t>
            </a:r>
          </a:p>
        </p:txBody>
      </p:sp>
      <p:sp>
        <p:nvSpPr>
          <p:cNvPr id="18" name="TextBox 14">
            <a:extLst>
              <a:ext uri="{FF2B5EF4-FFF2-40B4-BE49-F238E27FC236}">
                <a16:creationId xmlns:a16="http://schemas.microsoft.com/office/drawing/2014/main" id="{4DCB43FA-222B-AB6F-A859-8954FD9E0911}"/>
              </a:ext>
            </a:extLst>
          </p:cNvPr>
          <p:cNvSpPr txBox="1"/>
          <p:nvPr/>
        </p:nvSpPr>
        <p:spPr>
          <a:xfrm>
            <a:off x="8506425" y="1883909"/>
            <a:ext cx="2468881" cy="36343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2080"/>
              </a:lnSpc>
            </a:pPr>
            <a:r>
              <a:rPr lang="tr-TR" sz="1600" b="1" dirty="0">
                <a:solidFill>
                  <a:srgbClr val="2D3748"/>
                </a:solidFill>
                <a:latin typeface="Montserrat"/>
              </a:rPr>
              <a:t>Stok &amp; Fiyat Yönetimi</a:t>
            </a: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CB66E588-BF78-7076-65DD-9CFCEF4582E6}"/>
              </a:ext>
            </a:extLst>
          </p:cNvPr>
          <p:cNvSpPr txBox="1"/>
          <p:nvPr/>
        </p:nvSpPr>
        <p:spPr>
          <a:xfrm>
            <a:off x="8216905" y="2158854"/>
            <a:ext cx="3047923" cy="62055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</a:pPr>
            <a:r>
              <a:rPr lang="tr-TR" sz="1200" dirty="0">
                <a:solidFill>
                  <a:srgbClr val="4A5568"/>
                </a:solidFill>
                <a:latin typeface="Roboto"/>
              </a:rPr>
              <a:t>Stok ve fiyat senkronizasyonu, gerçek zamanlı güncelleme</a:t>
            </a:r>
          </a:p>
        </p:txBody>
      </p:sp>
      <p:sp>
        <p:nvSpPr>
          <p:cNvPr id="23" name="TextBox 18">
            <a:extLst>
              <a:ext uri="{FF2B5EF4-FFF2-40B4-BE49-F238E27FC236}">
                <a16:creationId xmlns:a16="http://schemas.microsoft.com/office/drawing/2014/main" id="{84C3FF04-BB12-836F-0828-1ED63D4A2772}"/>
              </a:ext>
            </a:extLst>
          </p:cNvPr>
          <p:cNvSpPr txBox="1"/>
          <p:nvPr/>
        </p:nvSpPr>
        <p:spPr>
          <a:xfrm>
            <a:off x="1603686" y="3900826"/>
            <a:ext cx="1784399" cy="36343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2080"/>
              </a:lnSpc>
            </a:pPr>
            <a:r>
              <a:rPr lang="tr-TR" sz="1600" b="1" dirty="0">
                <a:solidFill>
                  <a:srgbClr val="2D3748"/>
                </a:solidFill>
                <a:latin typeface="Montserrat"/>
              </a:rPr>
              <a:t>CRM Bağlantısı</a:t>
            </a:r>
          </a:p>
        </p:txBody>
      </p:sp>
      <p:sp>
        <p:nvSpPr>
          <p:cNvPr id="25" name="TextBox 19">
            <a:extLst>
              <a:ext uri="{FF2B5EF4-FFF2-40B4-BE49-F238E27FC236}">
                <a16:creationId xmlns:a16="http://schemas.microsoft.com/office/drawing/2014/main" id="{38886A1B-0AFA-C5E3-1353-59DCF09AD4F4}"/>
              </a:ext>
            </a:extLst>
          </p:cNvPr>
          <p:cNvSpPr txBox="1"/>
          <p:nvPr/>
        </p:nvSpPr>
        <p:spPr>
          <a:xfrm>
            <a:off x="1053055" y="4170520"/>
            <a:ext cx="2885663" cy="3512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</a:pPr>
            <a:r>
              <a:rPr lang="tr-TR" sz="1200" dirty="0">
                <a:solidFill>
                  <a:srgbClr val="4A5568"/>
                </a:solidFill>
                <a:latin typeface="Roboto"/>
              </a:rPr>
              <a:t>Müşteri verilerini senkronize etme</a:t>
            </a:r>
          </a:p>
        </p:txBody>
      </p:sp>
      <p:sp>
        <p:nvSpPr>
          <p:cNvPr id="2" name="TextBox 18">
            <a:extLst>
              <a:ext uri="{FF2B5EF4-FFF2-40B4-BE49-F238E27FC236}">
                <a16:creationId xmlns:a16="http://schemas.microsoft.com/office/drawing/2014/main" id="{7847A5C4-530D-FA6F-3131-32A45DB1945A}"/>
              </a:ext>
            </a:extLst>
          </p:cNvPr>
          <p:cNvSpPr txBox="1"/>
          <p:nvPr/>
        </p:nvSpPr>
        <p:spPr>
          <a:xfrm>
            <a:off x="5058101" y="5510846"/>
            <a:ext cx="1768369" cy="36343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2080"/>
              </a:lnSpc>
            </a:pPr>
            <a:r>
              <a:rPr lang="tr-TR" sz="1600" b="1" dirty="0" err="1">
                <a:solidFill>
                  <a:srgbClr val="2D3748"/>
                </a:solidFill>
                <a:latin typeface="Montserrat"/>
              </a:rPr>
              <a:t>Batch</a:t>
            </a:r>
            <a:r>
              <a:rPr lang="tr-TR" sz="1600" b="1" dirty="0">
                <a:solidFill>
                  <a:srgbClr val="2D3748"/>
                </a:solidFill>
                <a:latin typeface="Montserrat"/>
              </a:rPr>
              <a:t> İşlemleri</a:t>
            </a:r>
          </a:p>
        </p:txBody>
      </p:sp>
      <p:sp>
        <p:nvSpPr>
          <p:cNvPr id="5" name="TextBox 19">
            <a:extLst>
              <a:ext uri="{FF2B5EF4-FFF2-40B4-BE49-F238E27FC236}">
                <a16:creationId xmlns:a16="http://schemas.microsoft.com/office/drawing/2014/main" id="{E395529A-0BF4-1AF1-7C12-9B02635CA7EC}"/>
              </a:ext>
            </a:extLst>
          </p:cNvPr>
          <p:cNvSpPr txBox="1"/>
          <p:nvPr/>
        </p:nvSpPr>
        <p:spPr>
          <a:xfrm>
            <a:off x="4901808" y="5897939"/>
            <a:ext cx="2252476" cy="3512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2080"/>
              </a:lnSpc>
            </a:pPr>
            <a:r>
              <a:rPr lang="tr-TR" sz="1200" dirty="0">
                <a:solidFill>
                  <a:srgbClr val="4A5568"/>
                </a:solidFill>
                <a:latin typeface="Roboto"/>
              </a:rPr>
              <a:t>Toplu ürün güncelleme desteği</a:t>
            </a:r>
          </a:p>
        </p:txBody>
      </p:sp>
      <p:sp>
        <p:nvSpPr>
          <p:cNvPr id="6" name="TextBox 18">
            <a:extLst>
              <a:ext uri="{FF2B5EF4-FFF2-40B4-BE49-F238E27FC236}">
                <a16:creationId xmlns:a16="http://schemas.microsoft.com/office/drawing/2014/main" id="{094BB2F1-BC63-95B1-7F18-E818B08CFBD2}"/>
              </a:ext>
            </a:extLst>
          </p:cNvPr>
          <p:cNvSpPr txBox="1"/>
          <p:nvPr/>
        </p:nvSpPr>
        <p:spPr>
          <a:xfrm>
            <a:off x="8105825" y="4369701"/>
            <a:ext cx="1505477" cy="36343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2080"/>
              </a:lnSpc>
            </a:pPr>
            <a:r>
              <a:rPr lang="tr-TR" sz="1600" b="1" dirty="0">
                <a:solidFill>
                  <a:srgbClr val="2D3748"/>
                </a:solidFill>
                <a:latin typeface="Montserrat"/>
              </a:rPr>
              <a:t>Kargo Takibi</a:t>
            </a: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9AF5765E-F98A-D31E-6D13-A4E6D0C90756}"/>
              </a:ext>
            </a:extLst>
          </p:cNvPr>
          <p:cNvSpPr txBox="1"/>
          <p:nvPr/>
        </p:nvSpPr>
        <p:spPr>
          <a:xfrm>
            <a:off x="7619687" y="4756794"/>
            <a:ext cx="2611549" cy="3512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2080"/>
              </a:lnSpc>
            </a:pPr>
            <a:r>
              <a:rPr lang="pl-PL" sz="1200" dirty="0">
                <a:solidFill>
                  <a:srgbClr val="4A5568"/>
                </a:solidFill>
                <a:latin typeface="Roboto"/>
              </a:rPr>
              <a:t>Kargo entegrasyonu ile tam yönetim</a:t>
            </a:r>
          </a:p>
        </p:txBody>
      </p:sp>
      <p:pic>
        <p:nvPicPr>
          <p:cNvPr id="28" name="Picture 6" descr="image.png">
            <a:extLst>
              <a:ext uri="{FF2B5EF4-FFF2-40B4-BE49-F238E27FC236}">
                <a16:creationId xmlns:a16="http://schemas.microsoft.com/office/drawing/2014/main" id="{B3C57365-ABE1-7525-EF6A-DD42B28A0DA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biLevel thresh="25000"/>
          </a:blip>
          <a:stretch>
            <a:fillRect/>
          </a:stretch>
        </p:blipFill>
        <p:spPr>
          <a:xfrm>
            <a:off x="5828025" y="1383052"/>
            <a:ext cx="400039" cy="340341"/>
          </a:xfrm>
          <a:prstGeom prst="rect">
            <a:avLst/>
          </a:prstGeom>
        </p:spPr>
      </p:pic>
      <p:pic>
        <p:nvPicPr>
          <p:cNvPr id="29" name="Picture 11" descr="image.png">
            <a:extLst>
              <a:ext uri="{FF2B5EF4-FFF2-40B4-BE49-F238E27FC236}">
                <a16:creationId xmlns:a16="http://schemas.microsoft.com/office/drawing/2014/main" id="{B59C72BD-0B8B-1189-17A3-48B7AA82E3B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biLevel thresh="25000"/>
          </a:blip>
          <a:stretch>
            <a:fillRect/>
          </a:stretch>
        </p:blipFill>
        <p:spPr>
          <a:xfrm>
            <a:off x="7519885" y="2440868"/>
            <a:ext cx="440327" cy="308895"/>
          </a:xfrm>
          <a:prstGeom prst="rect">
            <a:avLst/>
          </a:prstGeom>
        </p:spPr>
      </p:pic>
      <p:pic>
        <p:nvPicPr>
          <p:cNvPr id="30" name="Picture 16" descr="image.png">
            <a:extLst>
              <a:ext uri="{FF2B5EF4-FFF2-40B4-BE49-F238E27FC236}">
                <a16:creationId xmlns:a16="http://schemas.microsoft.com/office/drawing/2014/main" id="{9C85FE2B-516B-FF32-008B-229A88F90A1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biLevel thresh="25000"/>
          </a:blip>
          <a:stretch>
            <a:fillRect/>
          </a:stretch>
        </p:blipFill>
        <p:spPr>
          <a:xfrm>
            <a:off x="4129525" y="2409422"/>
            <a:ext cx="400039" cy="340341"/>
          </a:xfrm>
          <a:prstGeom prst="rect">
            <a:avLst/>
          </a:prstGeom>
        </p:spPr>
      </p:pic>
      <p:pic>
        <p:nvPicPr>
          <p:cNvPr id="31" name="Picture 21" descr="image.png">
            <a:extLst>
              <a:ext uri="{FF2B5EF4-FFF2-40B4-BE49-F238E27FC236}">
                <a16:creationId xmlns:a16="http://schemas.microsoft.com/office/drawing/2014/main" id="{5E02AC43-90FA-308A-2016-A161DF9EFB8C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  <a:biLevel thresh="25000"/>
          </a:blip>
          <a:stretch>
            <a:fillRect/>
          </a:stretch>
        </p:blipFill>
        <p:spPr>
          <a:xfrm>
            <a:off x="4173951" y="3801910"/>
            <a:ext cx="299471" cy="400050"/>
          </a:xfrm>
          <a:prstGeom prst="rect">
            <a:avLst/>
          </a:prstGeom>
        </p:spPr>
      </p:pic>
      <p:pic>
        <p:nvPicPr>
          <p:cNvPr id="32" name="Picture 26" descr="image.png">
            <a:extLst>
              <a:ext uri="{FF2B5EF4-FFF2-40B4-BE49-F238E27FC236}">
                <a16:creationId xmlns:a16="http://schemas.microsoft.com/office/drawing/2014/main" id="{32329390-3FFF-618F-C2D6-22A80720065C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  <a:biLevel thresh="25000"/>
          </a:blip>
          <a:stretch>
            <a:fillRect/>
          </a:stretch>
        </p:blipFill>
        <p:spPr>
          <a:xfrm>
            <a:off x="5828025" y="4886816"/>
            <a:ext cx="400039" cy="247792"/>
          </a:xfrm>
          <a:prstGeom prst="rect">
            <a:avLst/>
          </a:prstGeom>
        </p:spPr>
      </p:pic>
      <p:pic>
        <p:nvPicPr>
          <p:cNvPr id="33" name="Picture 31" descr="image.png">
            <a:extLst>
              <a:ext uri="{FF2B5EF4-FFF2-40B4-BE49-F238E27FC236}">
                <a16:creationId xmlns:a16="http://schemas.microsoft.com/office/drawing/2014/main" id="{C646DBF2-6123-F75C-5239-7773C539ABBB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  <a:biLevel thresh="25000"/>
          </a:blip>
          <a:stretch>
            <a:fillRect/>
          </a:stretch>
        </p:blipFill>
        <p:spPr>
          <a:xfrm>
            <a:off x="7519885" y="3801910"/>
            <a:ext cx="400039" cy="280632"/>
          </a:xfrm>
          <a:prstGeom prst="rect">
            <a:avLst/>
          </a:prstGeom>
        </p:spPr>
      </p:pic>
      <p:sp>
        <p:nvSpPr>
          <p:cNvPr id="9" name="TextBox 7">
            <a:extLst>
              <a:ext uri="{FF2B5EF4-FFF2-40B4-BE49-F238E27FC236}">
                <a16:creationId xmlns:a16="http://schemas.microsoft.com/office/drawing/2014/main" id="{F9786A8A-871E-D572-5762-C7BDD81B230B}"/>
              </a:ext>
            </a:extLst>
          </p:cNvPr>
          <p:cNvSpPr txBox="1"/>
          <p:nvPr/>
        </p:nvSpPr>
        <p:spPr>
          <a:xfrm>
            <a:off x="198057" y="925620"/>
            <a:ext cx="3093784" cy="62273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>
              <a:lnSpc>
                <a:spcPts val="2080"/>
              </a:lnSpc>
            </a:pPr>
            <a:r>
              <a:rPr lang="tr-TR" sz="1200" i="1" u="sng" dirty="0">
                <a:solidFill>
                  <a:srgbClr val="FF0000"/>
                </a:solidFill>
              </a:rPr>
              <a:t>** Demo Gösterimi için; ürün, ürün grubu, stok, fiyat, sipariş entegrasyonları hazırdır. </a:t>
            </a:r>
          </a:p>
        </p:txBody>
      </p:sp>
    </p:spTree>
    <p:extLst>
      <p:ext uri="{BB962C8B-B14F-4D97-AF65-F5344CB8AC3E}">
        <p14:creationId xmlns:p14="http://schemas.microsoft.com/office/powerpoint/2010/main" val="2260223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69497-DDEE-53F8-19ED-6D15F822E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1921859D-9549-E929-C738-9D6FDBFB44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97967" y="578946"/>
            <a:ext cx="7698781" cy="5429905"/>
          </a:xfrm>
          <a:prstGeom prst="rect">
            <a:avLst/>
          </a:prstGeom>
        </p:spPr>
      </p:pic>
      <p:sp>
        <p:nvSpPr>
          <p:cNvPr id="52" name="object 3">
            <a:extLst>
              <a:ext uri="{FF2B5EF4-FFF2-40B4-BE49-F238E27FC236}">
                <a16:creationId xmlns:a16="http://schemas.microsoft.com/office/drawing/2014/main" id="{EFA282E0-1928-5021-164F-5CDD3FFC6CE9}"/>
              </a:ext>
            </a:extLst>
          </p:cNvPr>
          <p:cNvSpPr>
            <a:spLocks noChangeAspect="1"/>
          </p:cNvSpPr>
          <p:nvPr/>
        </p:nvSpPr>
        <p:spPr>
          <a:xfrm>
            <a:off x="244769" y="-1438805"/>
            <a:ext cx="1314417" cy="3235678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rgbClr val="B6CAFF">
              <a:alpha val="1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3">
            <a:extLst>
              <a:ext uri="{FF2B5EF4-FFF2-40B4-BE49-F238E27FC236}">
                <a16:creationId xmlns:a16="http://schemas.microsoft.com/office/drawing/2014/main" id="{E055E4BC-E633-4C87-C5DA-8031EC1C25E8}"/>
              </a:ext>
            </a:extLst>
          </p:cNvPr>
          <p:cNvSpPr/>
          <p:nvPr/>
        </p:nvSpPr>
        <p:spPr>
          <a:xfrm rot="10800000">
            <a:off x="10696639" y="3616424"/>
            <a:ext cx="1314417" cy="3358950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  <a:alpha val="13998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5">
            <a:extLst>
              <a:ext uri="{FF2B5EF4-FFF2-40B4-BE49-F238E27FC236}">
                <a16:creationId xmlns:a16="http://schemas.microsoft.com/office/drawing/2014/main" id="{055713DC-EE14-E0CA-9282-9B347AAF2207}"/>
              </a:ext>
            </a:extLst>
          </p:cNvPr>
          <p:cNvSpPr/>
          <p:nvPr/>
        </p:nvSpPr>
        <p:spPr>
          <a:xfrm>
            <a:off x="107004" y="6230270"/>
            <a:ext cx="11904051" cy="496126"/>
          </a:xfrm>
          <a:custGeom>
            <a:avLst/>
            <a:gdLst/>
            <a:ahLst/>
            <a:cxnLst/>
            <a:rect l="l" t="t" r="r" b="b"/>
            <a:pathLst>
              <a:path w="17444720" h="795020">
                <a:moveTo>
                  <a:pt x="17155708" y="0"/>
                </a:moveTo>
                <a:lnTo>
                  <a:pt x="288965" y="0"/>
                </a:lnTo>
                <a:lnTo>
                  <a:pt x="242091" y="3782"/>
                </a:lnTo>
                <a:lnTo>
                  <a:pt x="197627" y="14732"/>
                </a:lnTo>
                <a:lnTo>
                  <a:pt x="156166" y="32254"/>
                </a:lnTo>
                <a:lnTo>
                  <a:pt x="118303" y="55754"/>
                </a:lnTo>
                <a:lnTo>
                  <a:pt x="84633" y="84637"/>
                </a:lnTo>
                <a:lnTo>
                  <a:pt x="55751" y="118307"/>
                </a:lnTo>
                <a:lnTo>
                  <a:pt x="32252" y="156170"/>
                </a:lnTo>
                <a:lnTo>
                  <a:pt x="14731" y="197631"/>
                </a:lnTo>
                <a:lnTo>
                  <a:pt x="3781" y="242094"/>
                </a:lnTo>
                <a:lnTo>
                  <a:pt x="0" y="288965"/>
                </a:lnTo>
                <a:lnTo>
                  <a:pt x="0" y="505461"/>
                </a:lnTo>
                <a:lnTo>
                  <a:pt x="3781" y="552331"/>
                </a:lnTo>
                <a:lnTo>
                  <a:pt x="14731" y="596794"/>
                </a:lnTo>
                <a:lnTo>
                  <a:pt x="32252" y="638255"/>
                </a:lnTo>
                <a:lnTo>
                  <a:pt x="55751" y="676118"/>
                </a:lnTo>
                <a:lnTo>
                  <a:pt x="84633" y="709788"/>
                </a:lnTo>
                <a:lnTo>
                  <a:pt x="118303" y="738671"/>
                </a:lnTo>
                <a:lnTo>
                  <a:pt x="156166" y="762171"/>
                </a:lnTo>
                <a:lnTo>
                  <a:pt x="197627" y="779694"/>
                </a:lnTo>
                <a:lnTo>
                  <a:pt x="242091" y="790643"/>
                </a:lnTo>
                <a:lnTo>
                  <a:pt x="288965" y="794426"/>
                </a:lnTo>
                <a:lnTo>
                  <a:pt x="17155708" y="794426"/>
                </a:lnTo>
                <a:lnTo>
                  <a:pt x="17202578" y="790643"/>
                </a:lnTo>
                <a:lnTo>
                  <a:pt x="17247041" y="779694"/>
                </a:lnTo>
                <a:lnTo>
                  <a:pt x="17288502" y="762171"/>
                </a:lnTo>
                <a:lnTo>
                  <a:pt x="17326365" y="738671"/>
                </a:lnTo>
                <a:lnTo>
                  <a:pt x="17360035" y="709788"/>
                </a:lnTo>
                <a:lnTo>
                  <a:pt x="17388918" y="676118"/>
                </a:lnTo>
                <a:lnTo>
                  <a:pt x="17412418" y="638255"/>
                </a:lnTo>
                <a:lnTo>
                  <a:pt x="17429940" y="596794"/>
                </a:lnTo>
                <a:lnTo>
                  <a:pt x="17440890" y="552331"/>
                </a:lnTo>
                <a:lnTo>
                  <a:pt x="17444673" y="505461"/>
                </a:lnTo>
                <a:lnTo>
                  <a:pt x="17444673" y="288965"/>
                </a:lnTo>
                <a:lnTo>
                  <a:pt x="17440890" y="242094"/>
                </a:lnTo>
                <a:lnTo>
                  <a:pt x="17429940" y="197631"/>
                </a:lnTo>
                <a:lnTo>
                  <a:pt x="17412418" y="156170"/>
                </a:lnTo>
                <a:lnTo>
                  <a:pt x="17388918" y="118307"/>
                </a:lnTo>
                <a:lnTo>
                  <a:pt x="17360035" y="84637"/>
                </a:lnTo>
                <a:lnTo>
                  <a:pt x="17326365" y="55754"/>
                </a:lnTo>
                <a:lnTo>
                  <a:pt x="17288502" y="32254"/>
                </a:lnTo>
                <a:lnTo>
                  <a:pt x="17247041" y="14732"/>
                </a:lnTo>
                <a:lnTo>
                  <a:pt x="17202578" y="3782"/>
                </a:lnTo>
                <a:lnTo>
                  <a:pt x="17155708" y="0"/>
                </a:lnTo>
                <a:close/>
              </a:path>
            </a:pathLst>
          </a:custGeom>
          <a:solidFill>
            <a:srgbClr val="DCE8F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0E7FA8-BC9C-8E9A-6766-543057CDCE37}"/>
              </a:ext>
            </a:extLst>
          </p:cNvPr>
          <p:cNvSpPr txBox="1"/>
          <p:nvPr/>
        </p:nvSpPr>
        <p:spPr>
          <a:xfrm>
            <a:off x="666733" y="379667"/>
            <a:ext cx="1931234" cy="47891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lang="tr-TR" sz="2392" b="1" dirty="0">
                <a:solidFill>
                  <a:schemeClr val="tx2">
                    <a:lumMod val="50000"/>
                  </a:schemeClr>
                </a:solidFill>
              </a:rPr>
              <a:t>Teknik Altyapı</a:t>
            </a:r>
            <a:endParaRPr sz="2392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231C9B2D-8C42-0499-4028-62B8E491C13B}"/>
              </a:ext>
            </a:extLst>
          </p:cNvPr>
          <p:cNvSpPr>
            <a:spLocks noChangeAspect="1"/>
          </p:cNvSpPr>
          <p:nvPr/>
        </p:nvSpPr>
        <p:spPr>
          <a:xfrm>
            <a:off x="11014675" y="6418761"/>
            <a:ext cx="680836" cy="121376"/>
          </a:xfrm>
          <a:custGeom>
            <a:avLst/>
            <a:gdLst/>
            <a:ahLst/>
            <a:cxnLst/>
            <a:rect l="l" t="t" r="r" b="b"/>
            <a:pathLst>
              <a:path w="1969770" h="351154">
                <a:moveTo>
                  <a:pt x="235800" y="57454"/>
                </a:moveTo>
                <a:lnTo>
                  <a:pt x="0" y="57454"/>
                </a:lnTo>
                <a:lnTo>
                  <a:pt x="0" y="293255"/>
                </a:lnTo>
                <a:lnTo>
                  <a:pt x="235800" y="293255"/>
                </a:lnTo>
                <a:lnTo>
                  <a:pt x="235800" y="57454"/>
                </a:lnTo>
                <a:close/>
              </a:path>
              <a:path w="1969770" h="351154">
                <a:moveTo>
                  <a:pt x="612825" y="167817"/>
                </a:moveTo>
                <a:lnTo>
                  <a:pt x="609282" y="126669"/>
                </a:lnTo>
                <a:lnTo>
                  <a:pt x="598157" y="87655"/>
                </a:lnTo>
                <a:lnTo>
                  <a:pt x="578739" y="53174"/>
                </a:lnTo>
                <a:lnTo>
                  <a:pt x="550316" y="25603"/>
                </a:lnTo>
                <a:lnTo>
                  <a:pt x="516242" y="9283"/>
                </a:lnTo>
                <a:lnTo>
                  <a:pt x="516242" y="137693"/>
                </a:lnTo>
                <a:lnTo>
                  <a:pt x="392950" y="137693"/>
                </a:lnTo>
                <a:lnTo>
                  <a:pt x="397992" y="115531"/>
                </a:lnTo>
                <a:lnTo>
                  <a:pt x="409727" y="93510"/>
                </a:lnTo>
                <a:lnTo>
                  <a:pt x="429158" y="76619"/>
                </a:lnTo>
                <a:lnTo>
                  <a:pt x="457327" y="69875"/>
                </a:lnTo>
                <a:lnTo>
                  <a:pt x="486765" y="76911"/>
                </a:lnTo>
                <a:lnTo>
                  <a:pt x="504761" y="94272"/>
                </a:lnTo>
                <a:lnTo>
                  <a:pt x="513778" y="116395"/>
                </a:lnTo>
                <a:lnTo>
                  <a:pt x="516128" y="136740"/>
                </a:lnTo>
                <a:lnTo>
                  <a:pt x="516242" y="137693"/>
                </a:lnTo>
                <a:lnTo>
                  <a:pt x="516242" y="9283"/>
                </a:lnTo>
                <a:lnTo>
                  <a:pt x="512140" y="7315"/>
                </a:lnTo>
                <a:lnTo>
                  <a:pt x="463499" y="698"/>
                </a:lnTo>
                <a:lnTo>
                  <a:pt x="410540" y="8039"/>
                </a:lnTo>
                <a:lnTo>
                  <a:pt x="367880" y="28168"/>
                </a:lnTo>
                <a:lnTo>
                  <a:pt x="335241" y="58229"/>
                </a:lnTo>
                <a:lnTo>
                  <a:pt x="312293" y="95377"/>
                </a:lnTo>
                <a:lnTo>
                  <a:pt x="298754" y="136740"/>
                </a:lnTo>
                <a:lnTo>
                  <a:pt x="294309" y="179476"/>
                </a:lnTo>
                <a:lnTo>
                  <a:pt x="299656" y="228498"/>
                </a:lnTo>
                <a:lnTo>
                  <a:pt x="315391" y="270268"/>
                </a:lnTo>
                <a:lnTo>
                  <a:pt x="341058" y="304050"/>
                </a:lnTo>
                <a:lnTo>
                  <a:pt x="376212" y="329095"/>
                </a:lnTo>
                <a:lnTo>
                  <a:pt x="420370" y="344665"/>
                </a:lnTo>
                <a:lnTo>
                  <a:pt x="473087" y="350024"/>
                </a:lnTo>
                <a:lnTo>
                  <a:pt x="506285" y="348729"/>
                </a:lnTo>
                <a:lnTo>
                  <a:pt x="537819" y="344805"/>
                </a:lnTo>
                <a:lnTo>
                  <a:pt x="567296" y="338175"/>
                </a:lnTo>
                <a:lnTo>
                  <a:pt x="594334" y="328790"/>
                </a:lnTo>
                <a:lnTo>
                  <a:pt x="583425" y="272630"/>
                </a:lnTo>
                <a:lnTo>
                  <a:pt x="580631" y="258254"/>
                </a:lnTo>
                <a:lnTo>
                  <a:pt x="559333" y="264541"/>
                </a:lnTo>
                <a:lnTo>
                  <a:pt x="537210" y="269024"/>
                </a:lnTo>
                <a:lnTo>
                  <a:pt x="513676" y="271729"/>
                </a:lnTo>
                <a:lnTo>
                  <a:pt x="488149" y="272630"/>
                </a:lnTo>
                <a:lnTo>
                  <a:pt x="453250" y="268744"/>
                </a:lnTo>
                <a:lnTo>
                  <a:pt x="423684" y="256959"/>
                </a:lnTo>
                <a:lnTo>
                  <a:pt x="402717" y="237083"/>
                </a:lnTo>
                <a:lnTo>
                  <a:pt x="393636" y="208915"/>
                </a:lnTo>
                <a:lnTo>
                  <a:pt x="609396" y="208915"/>
                </a:lnTo>
                <a:lnTo>
                  <a:pt x="610501" y="201828"/>
                </a:lnTo>
                <a:lnTo>
                  <a:pt x="611619" y="192227"/>
                </a:lnTo>
                <a:lnTo>
                  <a:pt x="612482" y="180695"/>
                </a:lnTo>
                <a:lnTo>
                  <a:pt x="612825" y="167817"/>
                </a:lnTo>
                <a:close/>
              </a:path>
              <a:path w="1969770" h="351154">
                <a:moveTo>
                  <a:pt x="960602" y="148628"/>
                </a:moveTo>
                <a:lnTo>
                  <a:pt x="954709" y="95719"/>
                </a:lnTo>
                <a:lnTo>
                  <a:pt x="938136" y="55156"/>
                </a:lnTo>
                <a:lnTo>
                  <a:pt x="912520" y="26581"/>
                </a:lnTo>
                <a:lnTo>
                  <a:pt x="840740" y="4114"/>
                </a:lnTo>
                <a:lnTo>
                  <a:pt x="802805" y="9486"/>
                </a:lnTo>
                <a:lnTo>
                  <a:pt x="773099" y="22948"/>
                </a:lnTo>
                <a:lnTo>
                  <a:pt x="751344" y="40513"/>
                </a:lnTo>
                <a:lnTo>
                  <a:pt x="737298" y="58216"/>
                </a:lnTo>
                <a:lnTo>
                  <a:pt x="735266" y="58216"/>
                </a:lnTo>
                <a:lnTo>
                  <a:pt x="730465" y="11645"/>
                </a:lnTo>
                <a:lnTo>
                  <a:pt x="640054" y="11645"/>
                </a:lnTo>
                <a:lnTo>
                  <a:pt x="641934" y="60706"/>
                </a:lnTo>
                <a:lnTo>
                  <a:pt x="642556" y="88404"/>
                </a:lnTo>
                <a:lnTo>
                  <a:pt x="642797" y="118491"/>
                </a:lnTo>
                <a:lnTo>
                  <a:pt x="642797" y="346595"/>
                </a:lnTo>
                <a:lnTo>
                  <a:pt x="746899" y="346595"/>
                </a:lnTo>
                <a:lnTo>
                  <a:pt x="746899" y="153441"/>
                </a:lnTo>
                <a:lnTo>
                  <a:pt x="747039" y="146291"/>
                </a:lnTo>
                <a:lnTo>
                  <a:pt x="769073" y="100685"/>
                </a:lnTo>
                <a:lnTo>
                  <a:pt x="803757" y="88366"/>
                </a:lnTo>
                <a:lnTo>
                  <a:pt x="827887" y="93637"/>
                </a:lnTo>
                <a:lnTo>
                  <a:pt x="844245" y="108483"/>
                </a:lnTo>
                <a:lnTo>
                  <a:pt x="853541" y="131419"/>
                </a:lnTo>
                <a:lnTo>
                  <a:pt x="856488" y="160972"/>
                </a:lnTo>
                <a:lnTo>
                  <a:pt x="856488" y="346595"/>
                </a:lnTo>
                <a:lnTo>
                  <a:pt x="960602" y="346595"/>
                </a:lnTo>
                <a:lnTo>
                  <a:pt x="960602" y="148628"/>
                </a:lnTo>
                <a:close/>
              </a:path>
              <a:path w="1969770" h="351154">
                <a:moveTo>
                  <a:pt x="1337843" y="171919"/>
                </a:moveTo>
                <a:lnTo>
                  <a:pt x="1332293" y="123990"/>
                </a:lnTo>
                <a:lnTo>
                  <a:pt x="1316304" y="82296"/>
                </a:lnTo>
                <a:lnTo>
                  <a:pt x="1310640" y="74663"/>
                </a:lnTo>
                <a:lnTo>
                  <a:pt x="1290840" y="47955"/>
                </a:lnTo>
                <a:lnTo>
                  <a:pt x="1256868" y="22047"/>
                </a:lnTo>
                <a:lnTo>
                  <a:pt x="1230312" y="11595"/>
                </a:lnTo>
                <a:lnTo>
                  <a:pt x="1230312" y="174663"/>
                </a:lnTo>
                <a:lnTo>
                  <a:pt x="1225804" y="215353"/>
                </a:lnTo>
                <a:lnTo>
                  <a:pt x="1225702" y="216217"/>
                </a:lnTo>
                <a:lnTo>
                  <a:pt x="1212507" y="248208"/>
                </a:lnTo>
                <a:lnTo>
                  <a:pt x="1191590" y="268770"/>
                </a:lnTo>
                <a:lnTo>
                  <a:pt x="1163866" y="276034"/>
                </a:lnTo>
                <a:lnTo>
                  <a:pt x="1134376" y="268401"/>
                </a:lnTo>
                <a:lnTo>
                  <a:pt x="1112926" y="247269"/>
                </a:lnTo>
                <a:lnTo>
                  <a:pt x="1099820" y="215353"/>
                </a:lnTo>
                <a:lnTo>
                  <a:pt x="1095375" y="175348"/>
                </a:lnTo>
                <a:lnTo>
                  <a:pt x="1099146" y="138811"/>
                </a:lnTo>
                <a:lnTo>
                  <a:pt x="1111135" y="106502"/>
                </a:lnTo>
                <a:lnTo>
                  <a:pt x="1132306" y="83515"/>
                </a:lnTo>
                <a:lnTo>
                  <a:pt x="1132154" y="83515"/>
                </a:lnTo>
                <a:lnTo>
                  <a:pt x="1163866" y="74663"/>
                </a:lnTo>
                <a:lnTo>
                  <a:pt x="1194752" y="83515"/>
                </a:lnTo>
                <a:lnTo>
                  <a:pt x="1194333" y="83515"/>
                </a:lnTo>
                <a:lnTo>
                  <a:pt x="1214805" y="106159"/>
                </a:lnTo>
                <a:lnTo>
                  <a:pt x="1226578" y="138226"/>
                </a:lnTo>
                <a:lnTo>
                  <a:pt x="1230312" y="174663"/>
                </a:lnTo>
                <a:lnTo>
                  <a:pt x="1230312" y="11595"/>
                </a:lnTo>
                <a:lnTo>
                  <a:pt x="1215364" y="5702"/>
                </a:lnTo>
                <a:lnTo>
                  <a:pt x="1167295" y="0"/>
                </a:lnTo>
                <a:lnTo>
                  <a:pt x="1115822" y="5702"/>
                </a:lnTo>
                <a:lnTo>
                  <a:pt x="1116241" y="5702"/>
                </a:lnTo>
                <a:lnTo>
                  <a:pt x="1072565" y="22047"/>
                </a:lnTo>
                <a:lnTo>
                  <a:pt x="1036980" y="48209"/>
                </a:lnTo>
                <a:lnTo>
                  <a:pt x="1010310" y="83515"/>
                </a:lnTo>
                <a:lnTo>
                  <a:pt x="993609" y="127076"/>
                </a:lnTo>
                <a:lnTo>
                  <a:pt x="987831" y="178079"/>
                </a:lnTo>
                <a:lnTo>
                  <a:pt x="993787" y="227736"/>
                </a:lnTo>
                <a:lnTo>
                  <a:pt x="993863" y="228447"/>
                </a:lnTo>
                <a:lnTo>
                  <a:pt x="1010996" y="270929"/>
                </a:lnTo>
                <a:lnTo>
                  <a:pt x="1037742" y="304977"/>
                </a:lnTo>
                <a:lnTo>
                  <a:pt x="1072667" y="329996"/>
                </a:lnTo>
                <a:lnTo>
                  <a:pt x="1114285" y="345427"/>
                </a:lnTo>
                <a:lnTo>
                  <a:pt x="1161122" y="350697"/>
                </a:lnTo>
                <a:lnTo>
                  <a:pt x="1205369" y="345960"/>
                </a:lnTo>
                <a:lnTo>
                  <a:pt x="1246822" y="331597"/>
                </a:lnTo>
                <a:lnTo>
                  <a:pt x="1283131" y="307289"/>
                </a:lnTo>
                <a:lnTo>
                  <a:pt x="1309230" y="276034"/>
                </a:lnTo>
                <a:lnTo>
                  <a:pt x="1311973" y="272757"/>
                </a:lnTo>
                <a:lnTo>
                  <a:pt x="1330985" y="227736"/>
                </a:lnTo>
                <a:lnTo>
                  <a:pt x="1337843" y="171919"/>
                </a:lnTo>
                <a:close/>
              </a:path>
              <a:path w="1969770" h="351154">
                <a:moveTo>
                  <a:pt x="1636318" y="13716"/>
                </a:moveTo>
                <a:lnTo>
                  <a:pt x="1618513" y="8216"/>
                </a:lnTo>
                <a:lnTo>
                  <a:pt x="1598650" y="4127"/>
                </a:lnTo>
                <a:lnTo>
                  <a:pt x="1577759" y="1574"/>
                </a:lnTo>
                <a:lnTo>
                  <a:pt x="1556867" y="698"/>
                </a:lnTo>
                <a:lnTo>
                  <a:pt x="1499374" y="7086"/>
                </a:lnTo>
                <a:lnTo>
                  <a:pt x="1451737" y="25107"/>
                </a:lnTo>
                <a:lnTo>
                  <a:pt x="1414221" y="53009"/>
                </a:lnTo>
                <a:lnTo>
                  <a:pt x="1387094" y="89077"/>
                </a:lnTo>
                <a:lnTo>
                  <a:pt x="1370622" y="131584"/>
                </a:lnTo>
                <a:lnTo>
                  <a:pt x="1365072" y="178790"/>
                </a:lnTo>
                <a:lnTo>
                  <a:pt x="1370698" y="227850"/>
                </a:lnTo>
                <a:lnTo>
                  <a:pt x="1387017" y="269760"/>
                </a:lnTo>
                <a:lnTo>
                  <a:pt x="1413192" y="303707"/>
                </a:lnTo>
                <a:lnTo>
                  <a:pt x="1448384" y="328917"/>
                </a:lnTo>
                <a:lnTo>
                  <a:pt x="1491767" y="344614"/>
                </a:lnTo>
                <a:lnTo>
                  <a:pt x="1542478" y="350024"/>
                </a:lnTo>
                <a:lnTo>
                  <a:pt x="1571205" y="348818"/>
                </a:lnTo>
                <a:lnTo>
                  <a:pt x="1618869" y="340487"/>
                </a:lnTo>
                <a:lnTo>
                  <a:pt x="1623314" y="257543"/>
                </a:lnTo>
                <a:lnTo>
                  <a:pt x="1610817" y="262153"/>
                </a:lnTo>
                <a:lnTo>
                  <a:pt x="1596847" y="265595"/>
                </a:lnTo>
                <a:lnTo>
                  <a:pt x="1581200" y="267766"/>
                </a:lnTo>
                <a:lnTo>
                  <a:pt x="1563712" y="268516"/>
                </a:lnTo>
                <a:lnTo>
                  <a:pt x="1527987" y="262420"/>
                </a:lnTo>
                <a:lnTo>
                  <a:pt x="1498815" y="244449"/>
                </a:lnTo>
                <a:lnTo>
                  <a:pt x="1479156" y="215061"/>
                </a:lnTo>
                <a:lnTo>
                  <a:pt x="1471942" y="174675"/>
                </a:lnTo>
                <a:lnTo>
                  <a:pt x="1477962" y="136893"/>
                </a:lnTo>
                <a:lnTo>
                  <a:pt x="1495996" y="107213"/>
                </a:lnTo>
                <a:lnTo>
                  <a:pt x="1524431" y="87795"/>
                </a:lnTo>
                <a:lnTo>
                  <a:pt x="1561655" y="80835"/>
                </a:lnTo>
                <a:lnTo>
                  <a:pt x="1580578" y="81673"/>
                </a:lnTo>
                <a:lnTo>
                  <a:pt x="1596415" y="83921"/>
                </a:lnTo>
                <a:lnTo>
                  <a:pt x="1609432" y="87185"/>
                </a:lnTo>
                <a:lnTo>
                  <a:pt x="1619872" y="91097"/>
                </a:lnTo>
                <a:lnTo>
                  <a:pt x="1636318" y="13716"/>
                </a:lnTo>
                <a:close/>
              </a:path>
              <a:path w="1969770" h="351154">
                <a:moveTo>
                  <a:pt x="1969706" y="343166"/>
                </a:moveTo>
                <a:lnTo>
                  <a:pt x="1967141" y="327291"/>
                </a:lnTo>
                <a:lnTo>
                  <a:pt x="1965604" y="309587"/>
                </a:lnTo>
                <a:lnTo>
                  <a:pt x="1965426" y="307632"/>
                </a:lnTo>
                <a:lnTo>
                  <a:pt x="1964550" y="286537"/>
                </a:lnTo>
                <a:lnTo>
                  <a:pt x="1964512" y="285661"/>
                </a:lnTo>
                <a:lnTo>
                  <a:pt x="1964423" y="277406"/>
                </a:lnTo>
                <a:lnTo>
                  <a:pt x="1964296" y="267550"/>
                </a:lnTo>
                <a:lnTo>
                  <a:pt x="1964245" y="184937"/>
                </a:lnTo>
                <a:lnTo>
                  <a:pt x="1964245" y="145211"/>
                </a:lnTo>
                <a:lnTo>
                  <a:pt x="1959711" y="99593"/>
                </a:lnTo>
                <a:lnTo>
                  <a:pt x="1944801" y="59766"/>
                </a:lnTo>
                <a:lnTo>
                  <a:pt x="1917484" y="28232"/>
                </a:lnTo>
                <a:lnTo>
                  <a:pt x="1875777" y="7467"/>
                </a:lnTo>
                <a:lnTo>
                  <a:pt x="1863547" y="5905"/>
                </a:lnTo>
                <a:lnTo>
                  <a:pt x="1863547" y="184937"/>
                </a:lnTo>
                <a:lnTo>
                  <a:pt x="1863547" y="227406"/>
                </a:lnTo>
                <a:lnTo>
                  <a:pt x="1841373" y="266192"/>
                </a:lnTo>
                <a:lnTo>
                  <a:pt x="1807375" y="277406"/>
                </a:lnTo>
                <a:lnTo>
                  <a:pt x="1791131" y="274955"/>
                </a:lnTo>
                <a:lnTo>
                  <a:pt x="1778101" y="267550"/>
                </a:lnTo>
                <a:lnTo>
                  <a:pt x="1769440" y="255155"/>
                </a:lnTo>
                <a:lnTo>
                  <a:pt x="1766290" y="237680"/>
                </a:lnTo>
                <a:lnTo>
                  <a:pt x="1773783" y="212674"/>
                </a:lnTo>
                <a:lnTo>
                  <a:pt x="1794370" y="196405"/>
                </a:lnTo>
                <a:lnTo>
                  <a:pt x="1825244" y="187591"/>
                </a:lnTo>
                <a:lnTo>
                  <a:pt x="1863547" y="184937"/>
                </a:lnTo>
                <a:lnTo>
                  <a:pt x="1863547" y="5905"/>
                </a:lnTo>
                <a:lnTo>
                  <a:pt x="1817674" y="0"/>
                </a:lnTo>
                <a:lnTo>
                  <a:pt x="1774888" y="2882"/>
                </a:lnTo>
                <a:lnTo>
                  <a:pt x="1738464" y="10185"/>
                </a:lnTo>
                <a:lnTo>
                  <a:pt x="1709102" y="19939"/>
                </a:lnTo>
                <a:lnTo>
                  <a:pt x="1687512" y="30149"/>
                </a:lnTo>
                <a:lnTo>
                  <a:pt x="1706702" y="97256"/>
                </a:lnTo>
                <a:lnTo>
                  <a:pt x="1725574" y="87528"/>
                </a:lnTo>
                <a:lnTo>
                  <a:pt x="1748307" y="79451"/>
                </a:lnTo>
                <a:lnTo>
                  <a:pt x="1773351" y="73952"/>
                </a:lnTo>
                <a:lnTo>
                  <a:pt x="1799158" y="71907"/>
                </a:lnTo>
                <a:lnTo>
                  <a:pt x="1830349" y="76161"/>
                </a:lnTo>
                <a:lnTo>
                  <a:pt x="1848904" y="86893"/>
                </a:lnTo>
                <a:lnTo>
                  <a:pt x="1857819" y="101104"/>
                </a:lnTo>
                <a:lnTo>
                  <a:pt x="1860130" y="115760"/>
                </a:lnTo>
                <a:lnTo>
                  <a:pt x="1860130" y="119875"/>
                </a:lnTo>
                <a:lnTo>
                  <a:pt x="1804416" y="123317"/>
                </a:lnTo>
                <a:lnTo>
                  <a:pt x="1756498" y="133743"/>
                </a:lnTo>
                <a:lnTo>
                  <a:pt x="1717395" y="151282"/>
                </a:lnTo>
                <a:lnTo>
                  <a:pt x="1688185" y="176085"/>
                </a:lnTo>
                <a:lnTo>
                  <a:pt x="1669884" y="208254"/>
                </a:lnTo>
                <a:lnTo>
                  <a:pt x="1663547" y="247954"/>
                </a:lnTo>
                <a:lnTo>
                  <a:pt x="1670926" y="286537"/>
                </a:lnTo>
                <a:lnTo>
                  <a:pt x="1692224" y="319354"/>
                </a:lnTo>
                <a:lnTo>
                  <a:pt x="1726247" y="342163"/>
                </a:lnTo>
                <a:lnTo>
                  <a:pt x="1771764" y="350697"/>
                </a:lnTo>
                <a:lnTo>
                  <a:pt x="1800428" y="348030"/>
                </a:lnTo>
                <a:lnTo>
                  <a:pt x="1826387" y="340169"/>
                </a:lnTo>
                <a:lnTo>
                  <a:pt x="1849018" y="327291"/>
                </a:lnTo>
                <a:lnTo>
                  <a:pt x="1867662" y="309587"/>
                </a:lnTo>
                <a:lnTo>
                  <a:pt x="1869706" y="309587"/>
                </a:lnTo>
                <a:lnTo>
                  <a:pt x="1875878" y="343166"/>
                </a:lnTo>
                <a:lnTo>
                  <a:pt x="1969706" y="343166"/>
                </a:lnTo>
                <a:close/>
              </a:path>
            </a:pathLst>
          </a:custGeom>
          <a:solidFill>
            <a:srgbClr val="0000FC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092" dirty="0"/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C0368E03-67DA-9E8D-2CD9-912432A2441F}"/>
              </a:ext>
            </a:extLst>
          </p:cNvPr>
          <p:cNvSpPr txBox="1"/>
          <p:nvPr/>
        </p:nvSpPr>
        <p:spPr>
          <a:xfrm>
            <a:off x="2765178" y="746229"/>
            <a:ext cx="2400324" cy="341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0"/>
              </a:lnSpc>
              <a:spcAft>
                <a:spcPts val="780"/>
              </a:spcAft>
            </a:pPr>
            <a:r>
              <a:rPr lang="tr-TR" sz="1400" b="1" dirty="0">
                <a:solidFill>
                  <a:srgbClr val="2D3748"/>
                </a:solidFill>
              </a:rPr>
              <a:t>Tam Kontrol Altyapısı</a:t>
            </a:r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96D73A2F-47FA-67FE-FAF9-5D71E504A47F}"/>
              </a:ext>
            </a:extLst>
          </p:cNvPr>
          <p:cNvSpPr txBox="1"/>
          <p:nvPr/>
        </p:nvSpPr>
        <p:spPr>
          <a:xfrm>
            <a:off x="2772785" y="1059246"/>
            <a:ext cx="1808312" cy="767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</a:pPr>
            <a:r>
              <a:rPr lang="tr-TR" sz="1200" dirty="0">
                <a:solidFill>
                  <a:srgbClr val="4A5568"/>
                </a:solidFill>
              </a:rPr>
              <a:t>Verileriniz tam kontrolünüzde, güvenli ve bağımsız çözüm</a:t>
            </a:r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D8385B39-BD28-AE7A-0177-458ED2DAE97F}"/>
              </a:ext>
            </a:extLst>
          </p:cNvPr>
          <p:cNvSpPr txBox="1"/>
          <p:nvPr/>
        </p:nvSpPr>
        <p:spPr>
          <a:xfrm>
            <a:off x="7652370" y="777316"/>
            <a:ext cx="2400324" cy="341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80"/>
              </a:lnSpc>
              <a:spcAft>
                <a:spcPts val="780"/>
              </a:spcAft>
            </a:pPr>
            <a:r>
              <a:rPr lang="tr-TR" sz="1400" b="1" dirty="0">
                <a:solidFill>
                  <a:srgbClr val="2D3748"/>
                </a:solidFill>
              </a:rPr>
              <a:t>API-First Yaklaşım</a:t>
            </a:r>
          </a:p>
        </p:txBody>
      </p:sp>
      <p:sp>
        <p:nvSpPr>
          <p:cNvPr id="21" name="Metin kutusu 20">
            <a:extLst>
              <a:ext uri="{FF2B5EF4-FFF2-40B4-BE49-F238E27FC236}">
                <a16:creationId xmlns:a16="http://schemas.microsoft.com/office/drawing/2014/main" id="{45F0A36A-D325-CD6C-2B02-E53534453FCD}"/>
              </a:ext>
            </a:extLst>
          </p:cNvPr>
          <p:cNvSpPr txBox="1"/>
          <p:nvPr/>
        </p:nvSpPr>
        <p:spPr>
          <a:xfrm>
            <a:off x="8244382" y="1090333"/>
            <a:ext cx="1808312" cy="536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20"/>
              </a:lnSpc>
            </a:pPr>
            <a:r>
              <a:rPr lang="tr-TR" sz="1200" dirty="0" err="1">
                <a:solidFill>
                  <a:srgbClr val="4A5568"/>
                </a:solidFill>
              </a:rPr>
              <a:t>RESTful</a:t>
            </a:r>
            <a:r>
              <a:rPr lang="tr-TR" sz="1200" dirty="0">
                <a:solidFill>
                  <a:srgbClr val="4A5568"/>
                </a:solidFill>
              </a:rPr>
              <a:t> API ile esnek entegrasyon</a:t>
            </a:r>
          </a:p>
        </p:txBody>
      </p:sp>
      <p:sp>
        <p:nvSpPr>
          <p:cNvPr id="38" name="Metin kutusu 37">
            <a:extLst>
              <a:ext uri="{FF2B5EF4-FFF2-40B4-BE49-F238E27FC236}">
                <a16:creationId xmlns:a16="http://schemas.microsoft.com/office/drawing/2014/main" id="{511EA2B8-01B9-0397-37FF-8C968238B66D}"/>
              </a:ext>
            </a:extLst>
          </p:cNvPr>
          <p:cNvSpPr txBox="1"/>
          <p:nvPr/>
        </p:nvSpPr>
        <p:spPr>
          <a:xfrm>
            <a:off x="2790113" y="2408797"/>
            <a:ext cx="2400324" cy="611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0"/>
              </a:lnSpc>
              <a:spcAft>
                <a:spcPts val="780"/>
              </a:spcAft>
            </a:pPr>
            <a:r>
              <a:rPr lang="tr-TR" sz="1400" b="1" dirty="0">
                <a:solidFill>
                  <a:srgbClr val="2D3748"/>
                </a:solidFill>
              </a:rPr>
              <a:t>Gerçek Zamanlı Senkronizasyon</a:t>
            </a:r>
          </a:p>
        </p:txBody>
      </p:sp>
      <p:sp>
        <p:nvSpPr>
          <p:cNvPr id="39" name="Metin kutusu 38">
            <a:extLst>
              <a:ext uri="{FF2B5EF4-FFF2-40B4-BE49-F238E27FC236}">
                <a16:creationId xmlns:a16="http://schemas.microsoft.com/office/drawing/2014/main" id="{28A0A059-8692-016C-DEAF-CCAFEAD1BCC8}"/>
              </a:ext>
            </a:extLst>
          </p:cNvPr>
          <p:cNvSpPr txBox="1"/>
          <p:nvPr/>
        </p:nvSpPr>
        <p:spPr>
          <a:xfrm>
            <a:off x="2797720" y="2965561"/>
            <a:ext cx="1808312" cy="536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</a:pPr>
            <a:r>
              <a:rPr lang="tr-TR" sz="1200" dirty="0" err="1">
                <a:solidFill>
                  <a:srgbClr val="4A5568"/>
                </a:solidFill>
              </a:rPr>
              <a:t>WebSocket</a:t>
            </a:r>
            <a:r>
              <a:rPr lang="tr-TR" sz="1200" dirty="0">
                <a:solidFill>
                  <a:srgbClr val="4A5568"/>
                </a:solidFill>
              </a:rPr>
              <a:t> ile anlık veri aktarımı</a:t>
            </a:r>
          </a:p>
        </p:txBody>
      </p:sp>
      <p:sp>
        <p:nvSpPr>
          <p:cNvPr id="42" name="Metin kutusu 41">
            <a:extLst>
              <a:ext uri="{FF2B5EF4-FFF2-40B4-BE49-F238E27FC236}">
                <a16:creationId xmlns:a16="http://schemas.microsoft.com/office/drawing/2014/main" id="{D437AC5E-E7C6-DB00-FD20-A50903342528}"/>
              </a:ext>
            </a:extLst>
          </p:cNvPr>
          <p:cNvSpPr txBox="1"/>
          <p:nvPr/>
        </p:nvSpPr>
        <p:spPr>
          <a:xfrm>
            <a:off x="7991878" y="2369279"/>
            <a:ext cx="2060815" cy="341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80"/>
              </a:lnSpc>
              <a:spcAft>
                <a:spcPts val="780"/>
              </a:spcAft>
            </a:pPr>
            <a:r>
              <a:rPr lang="tr-TR" sz="1400" b="1" dirty="0">
                <a:solidFill>
                  <a:srgbClr val="2D3748"/>
                </a:solidFill>
              </a:rPr>
              <a:t>Merkezi Mimari</a:t>
            </a:r>
          </a:p>
        </p:txBody>
      </p:sp>
      <p:sp>
        <p:nvSpPr>
          <p:cNvPr id="43" name="Metin kutusu 42">
            <a:extLst>
              <a:ext uri="{FF2B5EF4-FFF2-40B4-BE49-F238E27FC236}">
                <a16:creationId xmlns:a16="http://schemas.microsoft.com/office/drawing/2014/main" id="{831E3A5E-2F27-B701-5A79-AA18A2B6E034}"/>
              </a:ext>
            </a:extLst>
          </p:cNvPr>
          <p:cNvSpPr txBox="1"/>
          <p:nvPr/>
        </p:nvSpPr>
        <p:spPr>
          <a:xfrm>
            <a:off x="8244382" y="2871955"/>
            <a:ext cx="1808312" cy="536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20"/>
              </a:lnSpc>
            </a:pPr>
            <a:r>
              <a:rPr lang="tr-TR" sz="1200" dirty="0" err="1">
                <a:solidFill>
                  <a:srgbClr val="4A5568"/>
                </a:solidFill>
              </a:rPr>
              <a:t>End-to-end</a:t>
            </a:r>
            <a:r>
              <a:rPr lang="tr-TR" sz="1200" dirty="0">
                <a:solidFill>
                  <a:srgbClr val="4A5568"/>
                </a:solidFill>
              </a:rPr>
              <a:t> şifreleme, </a:t>
            </a:r>
            <a:r>
              <a:rPr lang="tr-TR" sz="1200" dirty="0" err="1">
                <a:solidFill>
                  <a:srgbClr val="4A5568"/>
                </a:solidFill>
              </a:rPr>
              <a:t>OAuth</a:t>
            </a:r>
            <a:r>
              <a:rPr lang="tr-TR" sz="1200" dirty="0">
                <a:solidFill>
                  <a:srgbClr val="4A5568"/>
                </a:solidFill>
              </a:rPr>
              <a:t> 2.0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5BB05CD5-5459-3778-AB25-E49AFFEFD115}"/>
              </a:ext>
            </a:extLst>
          </p:cNvPr>
          <p:cNvSpPr txBox="1"/>
          <p:nvPr/>
        </p:nvSpPr>
        <p:spPr>
          <a:xfrm>
            <a:off x="5247194" y="5247272"/>
            <a:ext cx="2400324" cy="341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780"/>
              </a:spcAft>
            </a:pPr>
            <a:r>
              <a:rPr lang="tr-TR" sz="1400" b="1" dirty="0">
                <a:solidFill>
                  <a:srgbClr val="2D3748"/>
                </a:solidFill>
              </a:rPr>
              <a:t>Yüksek Güvenlik</a:t>
            </a: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31CF2CEF-F4A9-B115-17CE-EE92BB5C184D}"/>
              </a:ext>
            </a:extLst>
          </p:cNvPr>
          <p:cNvSpPr txBox="1"/>
          <p:nvPr/>
        </p:nvSpPr>
        <p:spPr>
          <a:xfrm>
            <a:off x="4688163" y="5571152"/>
            <a:ext cx="3518387" cy="306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</a:pPr>
            <a:r>
              <a:rPr lang="tr-TR" sz="1200" dirty="0" err="1">
                <a:solidFill>
                  <a:srgbClr val="4A5568"/>
                </a:solidFill>
              </a:rPr>
              <a:t>End-to-end</a:t>
            </a:r>
            <a:r>
              <a:rPr lang="tr-TR" sz="1200" dirty="0">
                <a:solidFill>
                  <a:srgbClr val="4A5568"/>
                </a:solidFill>
              </a:rPr>
              <a:t> şifreleme, </a:t>
            </a:r>
            <a:r>
              <a:rPr lang="tr-TR" sz="1200" dirty="0" err="1">
                <a:solidFill>
                  <a:srgbClr val="4A5568"/>
                </a:solidFill>
              </a:rPr>
              <a:t>OAuth</a:t>
            </a:r>
            <a:r>
              <a:rPr lang="tr-TR" sz="1200" dirty="0">
                <a:solidFill>
                  <a:srgbClr val="4A5568"/>
                </a:solidFill>
              </a:rPr>
              <a:t> 2.0</a:t>
            </a:r>
          </a:p>
        </p:txBody>
      </p:sp>
      <p:pic>
        <p:nvPicPr>
          <p:cNvPr id="14" name="Picture 6" descr="image.png">
            <a:extLst>
              <a:ext uri="{FF2B5EF4-FFF2-40B4-BE49-F238E27FC236}">
                <a16:creationId xmlns:a16="http://schemas.microsoft.com/office/drawing/2014/main" id="{47EC9DF8-F013-7F1F-5140-3C71EE39FEF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2624" y="1049141"/>
            <a:ext cx="566624" cy="439779"/>
          </a:xfrm>
          <a:prstGeom prst="rect">
            <a:avLst/>
          </a:prstGeom>
        </p:spPr>
      </p:pic>
      <p:pic>
        <p:nvPicPr>
          <p:cNvPr id="15" name="Picture 11" descr="image.png">
            <a:extLst>
              <a:ext uri="{FF2B5EF4-FFF2-40B4-BE49-F238E27FC236}">
                <a16:creationId xmlns:a16="http://schemas.microsoft.com/office/drawing/2014/main" id="{50768D7B-D878-18F7-EF03-BA592CCA660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35525" y="1043269"/>
            <a:ext cx="475234" cy="439780"/>
          </a:xfrm>
          <a:prstGeom prst="rect">
            <a:avLst/>
          </a:prstGeom>
        </p:spPr>
      </p:pic>
      <p:pic>
        <p:nvPicPr>
          <p:cNvPr id="16" name="Picture 16" descr="image.png">
            <a:extLst>
              <a:ext uri="{FF2B5EF4-FFF2-40B4-BE49-F238E27FC236}">
                <a16:creationId xmlns:a16="http://schemas.microsoft.com/office/drawing/2014/main" id="{405FABCA-80BF-2B38-1E06-C2A64A80057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30374" y="2792970"/>
            <a:ext cx="492054" cy="345182"/>
          </a:xfrm>
          <a:prstGeom prst="rect">
            <a:avLst/>
          </a:prstGeom>
        </p:spPr>
      </p:pic>
      <p:pic>
        <p:nvPicPr>
          <p:cNvPr id="17" name="Picture 26" descr="image.png">
            <a:extLst>
              <a:ext uri="{FF2B5EF4-FFF2-40B4-BE49-F238E27FC236}">
                <a16:creationId xmlns:a16="http://schemas.microsoft.com/office/drawing/2014/main" id="{FBCC9BD5-096E-55E0-5B2F-384BB3C65D25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84743" y="2739754"/>
            <a:ext cx="475234" cy="457513"/>
          </a:xfrm>
          <a:prstGeom prst="rect">
            <a:avLst/>
          </a:prstGeom>
        </p:spPr>
      </p:pic>
      <p:pic>
        <p:nvPicPr>
          <p:cNvPr id="22" name="Picture 21" descr="image.png">
            <a:extLst>
              <a:ext uri="{FF2B5EF4-FFF2-40B4-BE49-F238E27FC236}">
                <a16:creationId xmlns:a16="http://schemas.microsoft.com/office/drawing/2014/main" id="{D1A2AE70-2829-252D-E423-2A1198420F7E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82310" y="4355614"/>
            <a:ext cx="530013" cy="490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748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B32C6-16D9-1C9E-2EF0-7EB306010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object 3">
            <a:extLst>
              <a:ext uri="{FF2B5EF4-FFF2-40B4-BE49-F238E27FC236}">
                <a16:creationId xmlns:a16="http://schemas.microsoft.com/office/drawing/2014/main" id="{293F2FFA-5327-D71D-6EE6-F95C272D24CD}"/>
              </a:ext>
            </a:extLst>
          </p:cNvPr>
          <p:cNvSpPr/>
          <p:nvPr/>
        </p:nvSpPr>
        <p:spPr>
          <a:xfrm rot="10800000">
            <a:off x="10696639" y="3616424"/>
            <a:ext cx="1314417" cy="3358950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  <a:alpha val="13998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3">
            <a:extLst>
              <a:ext uri="{FF2B5EF4-FFF2-40B4-BE49-F238E27FC236}">
                <a16:creationId xmlns:a16="http://schemas.microsoft.com/office/drawing/2014/main" id="{39193004-2853-F656-DBD1-04603DABE3D4}"/>
              </a:ext>
            </a:extLst>
          </p:cNvPr>
          <p:cNvSpPr>
            <a:spLocks noChangeAspect="1"/>
          </p:cNvSpPr>
          <p:nvPr/>
        </p:nvSpPr>
        <p:spPr>
          <a:xfrm>
            <a:off x="244769" y="-1438805"/>
            <a:ext cx="1314417" cy="3235678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rgbClr val="B6CAFF">
              <a:alpha val="1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5">
            <a:extLst>
              <a:ext uri="{FF2B5EF4-FFF2-40B4-BE49-F238E27FC236}">
                <a16:creationId xmlns:a16="http://schemas.microsoft.com/office/drawing/2014/main" id="{31B0236C-436E-5ADF-0727-7B2FF56DC59D}"/>
              </a:ext>
            </a:extLst>
          </p:cNvPr>
          <p:cNvSpPr/>
          <p:nvPr/>
        </p:nvSpPr>
        <p:spPr>
          <a:xfrm>
            <a:off x="107004" y="6230270"/>
            <a:ext cx="11904051" cy="496126"/>
          </a:xfrm>
          <a:custGeom>
            <a:avLst/>
            <a:gdLst/>
            <a:ahLst/>
            <a:cxnLst/>
            <a:rect l="l" t="t" r="r" b="b"/>
            <a:pathLst>
              <a:path w="17444720" h="795020">
                <a:moveTo>
                  <a:pt x="17155708" y="0"/>
                </a:moveTo>
                <a:lnTo>
                  <a:pt x="288965" y="0"/>
                </a:lnTo>
                <a:lnTo>
                  <a:pt x="242091" y="3782"/>
                </a:lnTo>
                <a:lnTo>
                  <a:pt x="197627" y="14732"/>
                </a:lnTo>
                <a:lnTo>
                  <a:pt x="156166" y="32254"/>
                </a:lnTo>
                <a:lnTo>
                  <a:pt x="118303" y="55754"/>
                </a:lnTo>
                <a:lnTo>
                  <a:pt x="84633" y="84637"/>
                </a:lnTo>
                <a:lnTo>
                  <a:pt x="55751" y="118307"/>
                </a:lnTo>
                <a:lnTo>
                  <a:pt x="32252" y="156170"/>
                </a:lnTo>
                <a:lnTo>
                  <a:pt x="14731" y="197631"/>
                </a:lnTo>
                <a:lnTo>
                  <a:pt x="3781" y="242094"/>
                </a:lnTo>
                <a:lnTo>
                  <a:pt x="0" y="288965"/>
                </a:lnTo>
                <a:lnTo>
                  <a:pt x="0" y="505461"/>
                </a:lnTo>
                <a:lnTo>
                  <a:pt x="3781" y="552331"/>
                </a:lnTo>
                <a:lnTo>
                  <a:pt x="14731" y="596794"/>
                </a:lnTo>
                <a:lnTo>
                  <a:pt x="32252" y="638255"/>
                </a:lnTo>
                <a:lnTo>
                  <a:pt x="55751" y="676118"/>
                </a:lnTo>
                <a:lnTo>
                  <a:pt x="84633" y="709788"/>
                </a:lnTo>
                <a:lnTo>
                  <a:pt x="118303" y="738671"/>
                </a:lnTo>
                <a:lnTo>
                  <a:pt x="156166" y="762171"/>
                </a:lnTo>
                <a:lnTo>
                  <a:pt x="197627" y="779694"/>
                </a:lnTo>
                <a:lnTo>
                  <a:pt x="242091" y="790643"/>
                </a:lnTo>
                <a:lnTo>
                  <a:pt x="288965" y="794426"/>
                </a:lnTo>
                <a:lnTo>
                  <a:pt x="17155708" y="794426"/>
                </a:lnTo>
                <a:lnTo>
                  <a:pt x="17202578" y="790643"/>
                </a:lnTo>
                <a:lnTo>
                  <a:pt x="17247041" y="779694"/>
                </a:lnTo>
                <a:lnTo>
                  <a:pt x="17288502" y="762171"/>
                </a:lnTo>
                <a:lnTo>
                  <a:pt x="17326365" y="738671"/>
                </a:lnTo>
                <a:lnTo>
                  <a:pt x="17360035" y="709788"/>
                </a:lnTo>
                <a:lnTo>
                  <a:pt x="17388918" y="676118"/>
                </a:lnTo>
                <a:lnTo>
                  <a:pt x="17412418" y="638255"/>
                </a:lnTo>
                <a:lnTo>
                  <a:pt x="17429940" y="596794"/>
                </a:lnTo>
                <a:lnTo>
                  <a:pt x="17440890" y="552331"/>
                </a:lnTo>
                <a:lnTo>
                  <a:pt x="17444673" y="505461"/>
                </a:lnTo>
                <a:lnTo>
                  <a:pt x="17444673" y="288965"/>
                </a:lnTo>
                <a:lnTo>
                  <a:pt x="17440890" y="242094"/>
                </a:lnTo>
                <a:lnTo>
                  <a:pt x="17429940" y="197631"/>
                </a:lnTo>
                <a:lnTo>
                  <a:pt x="17412418" y="156170"/>
                </a:lnTo>
                <a:lnTo>
                  <a:pt x="17388918" y="118307"/>
                </a:lnTo>
                <a:lnTo>
                  <a:pt x="17360035" y="84637"/>
                </a:lnTo>
                <a:lnTo>
                  <a:pt x="17326365" y="55754"/>
                </a:lnTo>
                <a:lnTo>
                  <a:pt x="17288502" y="32254"/>
                </a:lnTo>
                <a:lnTo>
                  <a:pt x="17247041" y="14732"/>
                </a:lnTo>
                <a:lnTo>
                  <a:pt x="17202578" y="3782"/>
                </a:lnTo>
                <a:lnTo>
                  <a:pt x="17155708" y="0"/>
                </a:lnTo>
                <a:close/>
              </a:path>
            </a:pathLst>
          </a:custGeom>
          <a:solidFill>
            <a:srgbClr val="DCE8F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7EB481-B7F2-B8D4-49F3-26862D4A85F4}"/>
              </a:ext>
            </a:extLst>
          </p:cNvPr>
          <p:cNvSpPr txBox="1"/>
          <p:nvPr/>
        </p:nvSpPr>
        <p:spPr>
          <a:xfrm>
            <a:off x="666733" y="379667"/>
            <a:ext cx="2532296" cy="47891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lang="tr-TR" sz="2392" b="1" dirty="0">
                <a:solidFill>
                  <a:schemeClr val="tx2">
                    <a:lumMod val="50000"/>
                  </a:schemeClr>
                </a:solidFill>
              </a:rPr>
              <a:t>İşletme Avantajları</a:t>
            </a:r>
            <a:endParaRPr sz="2392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8AA1C811-5DE0-2351-3817-2AD2723D7102}"/>
              </a:ext>
            </a:extLst>
          </p:cNvPr>
          <p:cNvSpPr>
            <a:spLocks noChangeAspect="1"/>
          </p:cNvSpPr>
          <p:nvPr/>
        </p:nvSpPr>
        <p:spPr>
          <a:xfrm>
            <a:off x="11014675" y="6418761"/>
            <a:ext cx="680836" cy="121376"/>
          </a:xfrm>
          <a:custGeom>
            <a:avLst/>
            <a:gdLst/>
            <a:ahLst/>
            <a:cxnLst/>
            <a:rect l="l" t="t" r="r" b="b"/>
            <a:pathLst>
              <a:path w="1969770" h="351154">
                <a:moveTo>
                  <a:pt x="235800" y="57454"/>
                </a:moveTo>
                <a:lnTo>
                  <a:pt x="0" y="57454"/>
                </a:lnTo>
                <a:lnTo>
                  <a:pt x="0" y="293255"/>
                </a:lnTo>
                <a:lnTo>
                  <a:pt x="235800" y="293255"/>
                </a:lnTo>
                <a:lnTo>
                  <a:pt x="235800" y="57454"/>
                </a:lnTo>
                <a:close/>
              </a:path>
              <a:path w="1969770" h="351154">
                <a:moveTo>
                  <a:pt x="612825" y="167817"/>
                </a:moveTo>
                <a:lnTo>
                  <a:pt x="609282" y="126669"/>
                </a:lnTo>
                <a:lnTo>
                  <a:pt x="598157" y="87655"/>
                </a:lnTo>
                <a:lnTo>
                  <a:pt x="578739" y="53174"/>
                </a:lnTo>
                <a:lnTo>
                  <a:pt x="550316" y="25603"/>
                </a:lnTo>
                <a:lnTo>
                  <a:pt x="516242" y="9283"/>
                </a:lnTo>
                <a:lnTo>
                  <a:pt x="516242" y="137693"/>
                </a:lnTo>
                <a:lnTo>
                  <a:pt x="392950" y="137693"/>
                </a:lnTo>
                <a:lnTo>
                  <a:pt x="397992" y="115531"/>
                </a:lnTo>
                <a:lnTo>
                  <a:pt x="409727" y="93510"/>
                </a:lnTo>
                <a:lnTo>
                  <a:pt x="429158" y="76619"/>
                </a:lnTo>
                <a:lnTo>
                  <a:pt x="457327" y="69875"/>
                </a:lnTo>
                <a:lnTo>
                  <a:pt x="486765" y="76911"/>
                </a:lnTo>
                <a:lnTo>
                  <a:pt x="504761" y="94272"/>
                </a:lnTo>
                <a:lnTo>
                  <a:pt x="513778" y="116395"/>
                </a:lnTo>
                <a:lnTo>
                  <a:pt x="516128" y="136740"/>
                </a:lnTo>
                <a:lnTo>
                  <a:pt x="516242" y="137693"/>
                </a:lnTo>
                <a:lnTo>
                  <a:pt x="516242" y="9283"/>
                </a:lnTo>
                <a:lnTo>
                  <a:pt x="512140" y="7315"/>
                </a:lnTo>
                <a:lnTo>
                  <a:pt x="463499" y="698"/>
                </a:lnTo>
                <a:lnTo>
                  <a:pt x="410540" y="8039"/>
                </a:lnTo>
                <a:lnTo>
                  <a:pt x="367880" y="28168"/>
                </a:lnTo>
                <a:lnTo>
                  <a:pt x="335241" y="58229"/>
                </a:lnTo>
                <a:lnTo>
                  <a:pt x="312293" y="95377"/>
                </a:lnTo>
                <a:lnTo>
                  <a:pt x="298754" y="136740"/>
                </a:lnTo>
                <a:lnTo>
                  <a:pt x="294309" y="179476"/>
                </a:lnTo>
                <a:lnTo>
                  <a:pt x="299656" y="228498"/>
                </a:lnTo>
                <a:lnTo>
                  <a:pt x="315391" y="270268"/>
                </a:lnTo>
                <a:lnTo>
                  <a:pt x="341058" y="304050"/>
                </a:lnTo>
                <a:lnTo>
                  <a:pt x="376212" y="329095"/>
                </a:lnTo>
                <a:lnTo>
                  <a:pt x="420370" y="344665"/>
                </a:lnTo>
                <a:lnTo>
                  <a:pt x="473087" y="350024"/>
                </a:lnTo>
                <a:lnTo>
                  <a:pt x="506285" y="348729"/>
                </a:lnTo>
                <a:lnTo>
                  <a:pt x="537819" y="344805"/>
                </a:lnTo>
                <a:lnTo>
                  <a:pt x="567296" y="338175"/>
                </a:lnTo>
                <a:lnTo>
                  <a:pt x="594334" y="328790"/>
                </a:lnTo>
                <a:lnTo>
                  <a:pt x="583425" y="272630"/>
                </a:lnTo>
                <a:lnTo>
                  <a:pt x="580631" y="258254"/>
                </a:lnTo>
                <a:lnTo>
                  <a:pt x="559333" y="264541"/>
                </a:lnTo>
                <a:lnTo>
                  <a:pt x="537210" y="269024"/>
                </a:lnTo>
                <a:lnTo>
                  <a:pt x="513676" y="271729"/>
                </a:lnTo>
                <a:lnTo>
                  <a:pt x="488149" y="272630"/>
                </a:lnTo>
                <a:lnTo>
                  <a:pt x="453250" y="268744"/>
                </a:lnTo>
                <a:lnTo>
                  <a:pt x="423684" y="256959"/>
                </a:lnTo>
                <a:lnTo>
                  <a:pt x="402717" y="237083"/>
                </a:lnTo>
                <a:lnTo>
                  <a:pt x="393636" y="208915"/>
                </a:lnTo>
                <a:lnTo>
                  <a:pt x="609396" y="208915"/>
                </a:lnTo>
                <a:lnTo>
                  <a:pt x="610501" y="201828"/>
                </a:lnTo>
                <a:lnTo>
                  <a:pt x="611619" y="192227"/>
                </a:lnTo>
                <a:lnTo>
                  <a:pt x="612482" y="180695"/>
                </a:lnTo>
                <a:lnTo>
                  <a:pt x="612825" y="167817"/>
                </a:lnTo>
                <a:close/>
              </a:path>
              <a:path w="1969770" h="351154">
                <a:moveTo>
                  <a:pt x="960602" y="148628"/>
                </a:moveTo>
                <a:lnTo>
                  <a:pt x="954709" y="95719"/>
                </a:lnTo>
                <a:lnTo>
                  <a:pt x="938136" y="55156"/>
                </a:lnTo>
                <a:lnTo>
                  <a:pt x="912520" y="26581"/>
                </a:lnTo>
                <a:lnTo>
                  <a:pt x="840740" y="4114"/>
                </a:lnTo>
                <a:lnTo>
                  <a:pt x="802805" y="9486"/>
                </a:lnTo>
                <a:lnTo>
                  <a:pt x="773099" y="22948"/>
                </a:lnTo>
                <a:lnTo>
                  <a:pt x="751344" y="40513"/>
                </a:lnTo>
                <a:lnTo>
                  <a:pt x="737298" y="58216"/>
                </a:lnTo>
                <a:lnTo>
                  <a:pt x="735266" y="58216"/>
                </a:lnTo>
                <a:lnTo>
                  <a:pt x="730465" y="11645"/>
                </a:lnTo>
                <a:lnTo>
                  <a:pt x="640054" y="11645"/>
                </a:lnTo>
                <a:lnTo>
                  <a:pt x="641934" y="60706"/>
                </a:lnTo>
                <a:lnTo>
                  <a:pt x="642556" y="88404"/>
                </a:lnTo>
                <a:lnTo>
                  <a:pt x="642797" y="118491"/>
                </a:lnTo>
                <a:lnTo>
                  <a:pt x="642797" y="346595"/>
                </a:lnTo>
                <a:lnTo>
                  <a:pt x="746899" y="346595"/>
                </a:lnTo>
                <a:lnTo>
                  <a:pt x="746899" y="153441"/>
                </a:lnTo>
                <a:lnTo>
                  <a:pt x="747039" y="146291"/>
                </a:lnTo>
                <a:lnTo>
                  <a:pt x="769073" y="100685"/>
                </a:lnTo>
                <a:lnTo>
                  <a:pt x="803757" y="88366"/>
                </a:lnTo>
                <a:lnTo>
                  <a:pt x="827887" y="93637"/>
                </a:lnTo>
                <a:lnTo>
                  <a:pt x="844245" y="108483"/>
                </a:lnTo>
                <a:lnTo>
                  <a:pt x="853541" y="131419"/>
                </a:lnTo>
                <a:lnTo>
                  <a:pt x="856488" y="160972"/>
                </a:lnTo>
                <a:lnTo>
                  <a:pt x="856488" y="346595"/>
                </a:lnTo>
                <a:lnTo>
                  <a:pt x="960602" y="346595"/>
                </a:lnTo>
                <a:lnTo>
                  <a:pt x="960602" y="148628"/>
                </a:lnTo>
                <a:close/>
              </a:path>
              <a:path w="1969770" h="351154">
                <a:moveTo>
                  <a:pt x="1337843" y="171919"/>
                </a:moveTo>
                <a:lnTo>
                  <a:pt x="1332293" y="123990"/>
                </a:lnTo>
                <a:lnTo>
                  <a:pt x="1316304" y="82296"/>
                </a:lnTo>
                <a:lnTo>
                  <a:pt x="1310640" y="74663"/>
                </a:lnTo>
                <a:lnTo>
                  <a:pt x="1290840" y="47955"/>
                </a:lnTo>
                <a:lnTo>
                  <a:pt x="1256868" y="22047"/>
                </a:lnTo>
                <a:lnTo>
                  <a:pt x="1230312" y="11595"/>
                </a:lnTo>
                <a:lnTo>
                  <a:pt x="1230312" y="174663"/>
                </a:lnTo>
                <a:lnTo>
                  <a:pt x="1225804" y="215353"/>
                </a:lnTo>
                <a:lnTo>
                  <a:pt x="1225702" y="216217"/>
                </a:lnTo>
                <a:lnTo>
                  <a:pt x="1212507" y="248208"/>
                </a:lnTo>
                <a:lnTo>
                  <a:pt x="1191590" y="268770"/>
                </a:lnTo>
                <a:lnTo>
                  <a:pt x="1163866" y="276034"/>
                </a:lnTo>
                <a:lnTo>
                  <a:pt x="1134376" y="268401"/>
                </a:lnTo>
                <a:lnTo>
                  <a:pt x="1112926" y="247269"/>
                </a:lnTo>
                <a:lnTo>
                  <a:pt x="1099820" y="215353"/>
                </a:lnTo>
                <a:lnTo>
                  <a:pt x="1095375" y="175348"/>
                </a:lnTo>
                <a:lnTo>
                  <a:pt x="1099146" y="138811"/>
                </a:lnTo>
                <a:lnTo>
                  <a:pt x="1111135" y="106502"/>
                </a:lnTo>
                <a:lnTo>
                  <a:pt x="1132306" y="83515"/>
                </a:lnTo>
                <a:lnTo>
                  <a:pt x="1132154" y="83515"/>
                </a:lnTo>
                <a:lnTo>
                  <a:pt x="1163866" y="74663"/>
                </a:lnTo>
                <a:lnTo>
                  <a:pt x="1194752" y="83515"/>
                </a:lnTo>
                <a:lnTo>
                  <a:pt x="1194333" y="83515"/>
                </a:lnTo>
                <a:lnTo>
                  <a:pt x="1214805" y="106159"/>
                </a:lnTo>
                <a:lnTo>
                  <a:pt x="1226578" y="138226"/>
                </a:lnTo>
                <a:lnTo>
                  <a:pt x="1230312" y="174663"/>
                </a:lnTo>
                <a:lnTo>
                  <a:pt x="1230312" y="11595"/>
                </a:lnTo>
                <a:lnTo>
                  <a:pt x="1215364" y="5702"/>
                </a:lnTo>
                <a:lnTo>
                  <a:pt x="1167295" y="0"/>
                </a:lnTo>
                <a:lnTo>
                  <a:pt x="1115822" y="5702"/>
                </a:lnTo>
                <a:lnTo>
                  <a:pt x="1116241" y="5702"/>
                </a:lnTo>
                <a:lnTo>
                  <a:pt x="1072565" y="22047"/>
                </a:lnTo>
                <a:lnTo>
                  <a:pt x="1036980" y="48209"/>
                </a:lnTo>
                <a:lnTo>
                  <a:pt x="1010310" y="83515"/>
                </a:lnTo>
                <a:lnTo>
                  <a:pt x="993609" y="127076"/>
                </a:lnTo>
                <a:lnTo>
                  <a:pt x="987831" y="178079"/>
                </a:lnTo>
                <a:lnTo>
                  <a:pt x="993787" y="227736"/>
                </a:lnTo>
                <a:lnTo>
                  <a:pt x="993863" y="228447"/>
                </a:lnTo>
                <a:lnTo>
                  <a:pt x="1010996" y="270929"/>
                </a:lnTo>
                <a:lnTo>
                  <a:pt x="1037742" y="304977"/>
                </a:lnTo>
                <a:lnTo>
                  <a:pt x="1072667" y="329996"/>
                </a:lnTo>
                <a:lnTo>
                  <a:pt x="1114285" y="345427"/>
                </a:lnTo>
                <a:lnTo>
                  <a:pt x="1161122" y="350697"/>
                </a:lnTo>
                <a:lnTo>
                  <a:pt x="1205369" y="345960"/>
                </a:lnTo>
                <a:lnTo>
                  <a:pt x="1246822" y="331597"/>
                </a:lnTo>
                <a:lnTo>
                  <a:pt x="1283131" y="307289"/>
                </a:lnTo>
                <a:lnTo>
                  <a:pt x="1309230" y="276034"/>
                </a:lnTo>
                <a:lnTo>
                  <a:pt x="1311973" y="272757"/>
                </a:lnTo>
                <a:lnTo>
                  <a:pt x="1330985" y="227736"/>
                </a:lnTo>
                <a:lnTo>
                  <a:pt x="1337843" y="171919"/>
                </a:lnTo>
                <a:close/>
              </a:path>
              <a:path w="1969770" h="351154">
                <a:moveTo>
                  <a:pt x="1636318" y="13716"/>
                </a:moveTo>
                <a:lnTo>
                  <a:pt x="1618513" y="8216"/>
                </a:lnTo>
                <a:lnTo>
                  <a:pt x="1598650" y="4127"/>
                </a:lnTo>
                <a:lnTo>
                  <a:pt x="1577759" y="1574"/>
                </a:lnTo>
                <a:lnTo>
                  <a:pt x="1556867" y="698"/>
                </a:lnTo>
                <a:lnTo>
                  <a:pt x="1499374" y="7086"/>
                </a:lnTo>
                <a:lnTo>
                  <a:pt x="1451737" y="25107"/>
                </a:lnTo>
                <a:lnTo>
                  <a:pt x="1414221" y="53009"/>
                </a:lnTo>
                <a:lnTo>
                  <a:pt x="1387094" y="89077"/>
                </a:lnTo>
                <a:lnTo>
                  <a:pt x="1370622" y="131584"/>
                </a:lnTo>
                <a:lnTo>
                  <a:pt x="1365072" y="178790"/>
                </a:lnTo>
                <a:lnTo>
                  <a:pt x="1370698" y="227850"/>
                </a:lnTo>
                <a:lnTo>
                  <a:pt x="1387017" y="269760"/>
                </a:lnTo>
                <a:lnTo>
                  <a:pt x="1413192" y="303707"/>
                </a:lnTo>
                <a:lnTo>
                  <a:pt x="1448384" y="328917"/>
                </a:lnTo>
                <a:lnTo>
                  <a:pt x="1491767" y="344614"/>
                </a:lnTo>
                <a:lnTo>
                  <a:pt x="1542478" y="350024"/>
                </a:lnTo>
                <a:lnTo>
                  <a:pt x="1571205" y="348818"/>
                </a:lnTo>
                <a:lnTo>
                  <a:pt x="1618869" y="340487"/>
                </a:lnTo>
                <a:lnTo>
                  <a:pt x="1623314" y="257543"/>
                </a:lnTo>
                <a:lnTo>
                  <a:pt x="1610817" y="262153"/>
                </a:lnTo>
                <a:lnTo>
                  <a:pt x="1596847" y="265595"/>
                </a:lnTo>
                <a:lnTo>
                  <a:pt x="1581200" y="267766"/>
                </a:lnTo>
                <a:lnTo>
                  <a:pt x="1563712" y="268516"/>
                </a:lnTo>
                <a:lnTo>
                  <a:pt x="1527987" y="262420"/>
                </a:lnTo>
                <a:lnTo>
                  <a:pt x="1498815" y="244449"/>
                </a:lnTo>
                <a:lnTo>
                  <a:pt x="1479156" y="215061"/>
                </a:lnTo>
                <a:lnTo>
                  <a:pt x="1471942" y="174675"/>
                </a:lnTo>
                <a:lnTo>
                  <a:pt x="1477962" y="136893"/>
                </a:lnTo>
                <a:lnTo>
                  <a:pt x="1495996" y="107213"/>
                </a:lnTo>
                <a:lnTo>
                  <a:pt x="1524431" y="87795"/>
                </a:lnTo>
                <a:lnTo>
                  <a:pt x="1561655" y="80835"/>
                </a:lnTo>
                <a:lnTo>
                  <a:pt x="1580578" y="81673"/>
                </a:lnTo>
                <a:lnTo>
                  <a:pt x="1596415" y="83921"/>
                </a:lnTo>
                <a:lnTo>
                  <a:pt x="1609432" y="87185"/>
                </a:lnTo>
                <a:lnTo>
                  <a:pt x="1619872" y="91097"/>
                </a:lnTo>
                <a:lnTo>
                  <a:pt x="1636318" y="13716"/>
                </a:lnTo>
                <a:close/>
              </a:path>
              <a:path w="1969770" h="351154">
                <a:moveTo>
                  <a:pt x="1969706" y="343166"/>
                </a:moveTo>
                <a:lnTo>
                  <a:pt x="1967141" y="327291"/>
                </a:lnTo>
                <a:lnTo>
                  <a:pt x="1965604" y="309587"/>
                </a:lnTo>
                <a:lnTo>
                  <a:pt x="1965426" y="307632"/>
                </a:lnTo>
                <a:lnTo>
                  <a:pt x="1964550" y="286537"/>
                </a:lnTo>
                <a:lnTo>
                  <a:pt x="1964512" y="285661"/>
                </a:lnTo>
                <a:lnTo>
                  <a:pt x="1964423" y="277406"/>
                </a:lnTo>
                <a:lnTo>
                  <a:pt x="1964296" y="267550"/>
                </a:lnTo>
                <a:lnTo>
                  <a:pt x="1964245" y="184937"/>
                </a:lnTo>
                <a:lnTo>
                  <a:pt x="1964245" y="145211"/>
                </a:lnTo>
                <a:lnTo>
                  <a:pt x="1959711" y="99593"/>
                </a:lnTo>
                <a:lnTo>
                  <a:pt x="1944801" y="59766"/>
                </a:lnTo>
                <a:lnTo>
                  <a:pt x="1917484" y="28232"/>
                </a:lnTo>
                <a:lnTo>
                  <a:pt x="1875777" y="7467"/>
                </a:lnTo>
                <a:lnTo>
                  <a:pt x="1863547" y="5905"/>
                </a:lnTo>
                <a:lnTo>
                  <a:pt x="1863547" y="184937"/>
                </a:lnTo>
                <a:lnTo>
                  <a:pt x="1863547" y="227406"/>
                </a:lnTo>
                <a:lnTo>
                  <a:pt x="1841373" y="266192"/>
                </a:lnTo>
                <a:lnTo>
                  <a:pt x="1807375" y="277406"/>
                </a:lnTo>
                <a:lnTo>
                  <a:pt x="1791131" y="274955"/>
                </a:lnTo>
                <a:lnTo>
                  <a:pt x="1778101" y="267550"/>
                </a:lnTo>
                <a:lnTo>
                  <a:pt x="1769440" y="255155"/>
                </a:lnTo>
                <a:lnTo>
                  <a:pt x="1766290" y="237680"/>
                </a:lnTo>
                <a:lnTo>
                  <a:pt x="1773783" y="212674"/>
                </a:lnTo>
                <a:lnTo>
                  <a:pt x="1794370" y="196405"/>
                </a:lnTo>
                <a:lnTo>
                  <a:pt x="1825244" y="187591"/>
                </a:lnTo>
                <a:lnTo>
                  <a:pt x="1863547" y="184937"/>
                </a:lnTo>
                <a:lnTo>
                  <a:pt x="1863547" y="5905"/>
                </a:lnTo>
                <a:lnTo>
                  <a:pt x="1817674" y="0"/>
                </a:lnTo>
                <a:lnTo>
                  <a:pt x="1774888" y="2882"/>
                </a:lnTo>
                <a:lnTo>
                  <a:pt x="1738464" y="10185"/>
                </a:lnTo>
                <a:lnTo>
                  <a:pt x="1709102" y="19939"/>
                </a:lnTo>
                <a:lnTo>
                  <a:pt x="1687512" y="30149"/>
                </a:lnTo>
                <a:lnTo>
                  <a:pt x="1706702" y="97256"/>
                </a:lnTo>
                <a:lnTo>
                  <a:pt x="1725574" y="87528"/>
                </a:lnTo>
                <a:lnTo>
                  <a:pt x="1748307" y="79451"/>
                </a:lnTo>
                <a:lnTo>
                  <a:pt x="1773351" y="73952"/>
                </a:lnTo>
                <a:lnTo>
                  <a:pt x="1799158" y="71907"/>
                </a:lnTo>
                <a:lnTo>
                  <a:pt x="1830349" y="76161"/>
                </a:lnTo>
                <a:lnTo>
                  <a:pt x="1848904" y="86893"/>
                </a:lnTo>
                <a:lnTo>
                  <a:pt x="1857819" y="101104"/>
                </a:lnTo>
                <a:lnTo>
                  <a:pt x="1860130" y="115760"/>
                </a:lnTo>
                <a:lnTo>
                  <a:pt x="1860130" y="119875"/>
                </a:lnTo>
                <a:lnTo>
                  <a:pt x="1804416" y="123317"/>
                </a:lnTo>
                <a:lnTo>
                  <a:pt x="1756498" y="133743"/>
                </a:lnTo>
                <a:lnTo>
                  <a:pt x="1717395" y="151282"/>
                </a:lnTo>
                <a:lnTo>
                  <a:pt x="1688185" y="176085"/>
                </a:lnTo>
                <a:lnTo>
                  <a:pt x="1669884" y="208254"/>
                </a:lnTo>
                <a:lnTo>
                  <a:pt x="1663547" y="247954"/>
                </a:lnTo>
                <a:lnTo>
                  <a:pt x="1670926" y="286537"/>
                </a:lnTo>
                <a:lnTo>
                  <a:pt x="1692224" y="319354"/>
                </a:lnTo>
                <a:lnTo>
                  <a:pt x="1726247" y="342163"/>
                </a:lnTo>
                <a:lnTo>
                  <a:pt x="1771764" y="350697"/>
                </a:lnTo>
                <a:lnTo>
                  <a:pt x="1800428" y="348030"/>
                </a:lnTo>
                <a:lnTo>
                  <a:pt x="1826387" y="340169"/>
                </a:lnTo>
                <a:lnTo>
                  <a:pt x="1849018" y="327291"/>
                </a:lnTo>
                <a:lnTo>
                  <a:pt x="1867662" y="309587"/>
                </a:lnTo>
                <a:lnTo>
                  <a:pt x="1869706" y="309587"/>
                </a:lnTo>
                <a:lnTo>
                  <a:pt x="1875878" y="343166"/>
                </a:lnTo>
                <a:lnTo>
                  <a:pt x="1969706" y="343166"/>
                </a:lnTo>
                <a:close/>
              </a:path>
            </a:pathLst>
          </a:custGeom>
          <a:solidFill>
            <a:srgbClr val="0000FC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092" dirty="0"/>
          </a:p>
        </p:txBody>
      </p:sp>
      <p:grpSp>
        <p:nvGrpSpPr>
          <p:cNvPr id="50" name="Grup 49">
            <a:extLst>
              <a:ext uri="{FF2B5EF4-FFF2-40B4-BE49-F238E27FC236}">
                <a16:creationId xmlns:a16="http://schemas.microsoft.com/office/drawing/2014/main" id="{EF541872-62EC-5030-C90A-7AEF51773E25}"/>
              </a:ext>
            </a:extLst>
          </p:cNvPr>
          <p:cNvGrpSpPr/>
          <p:nvPr/>
        </p:nvGrpSpPr>
        <p:grpSpPr>
          <a:xfrm>
            <a:off x="552821" y="1794674"/>
            <a:ext cx="11012415" cy="3262590"/>
            <a:chOff x="842296" y="1794674"/>
            <a:chExt cx="11012415" cy="3262590"/>
          </a:xfrm>
        </p:grpSpPr>
        <p:pic>
          <p:nvPicPr>
            <p:cNvPr id="35" name="Grafik 34">
              <a:extLst>
                <a:ext uri="{FF2B5EF4-FFF2-40B4-BE49-F238E27FC236}">
                  <a16:creationId xmlns:a16="http://schemas.microsoft.com/office/drawing/2014/main" id="{82C03600-A152-B3BD-78F4-F707BC633F8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01977" y="2924479"/>
              <a:ext cx="10472488" cy="1013922"/>
            </a:xfrm>
            <a:prstGeom prst="rect">
              <a:avLst/>
            </a:prstGeom>
          </p:spPr>
        </p:pic>
        <p:sp>
          <p:nvSpPr>
            <p:cNvPr id="10" name="TextBox 7">
              <a:extLst>
                <a:ext uri="{FF2B5EF4-FFF2-40B4-BE49-F238E27FC236}">
                  <a16:creationId xmlns:a16="http://schemas.microsoft.com/office/drawing/2014/main" id="{D534F2E6-BD01-2119-B31C-CEA194AD3C2D}"/>
                </a:ext>
              </a:extLst>
            </p:cNvPr>
            <p:cNvSpPr txBox="1"/>
            <p:nvPr/>
          </p:nvSpPr>
          <p:spPr>
            <a:xfrm>
              <a:off x="947976" y="1986322"/>
              <a:ext cx="1969810" cy="360163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lnSpc>
                  <a:spcPts val="2080"/>
                </a:lnSpc>
                <a:spcBef>
                  <a:spcPts val="0"/>
                </a:spcBef>
                <a:spcAft>
                  <a:spcPts val="780"/>
                </a:spcAft>
              </a:pPr>
              <a:r>
                <a:rPr sz="1400" b="1" dirty="0">
                  <a:solidFill>
                    <a:srgbClr val="2D3748"/>
                  </a:solidFill>
                  <a:latin typeface="+mj-lt"/>
                </a:rPr>
                <a:t>Manuel </a:t>
              </a:r>
              <a:r>
                <a:rPr sz="1400" b="1" dirty="0" err="1">
                  <a:solidFill>
                    <a:srgbClr val="2D3748"/>
                  </a:solidFill>
                  <a:latin typeface="+mj-lt"/>
                </a:rPr>
                <a:t>İş</a:t>
              </a:r>
              <a:r>
                <a:rPr sz="1400" b="1" dirty="0">
                  <a:solidFill>
                    <a:srgbClr val="2D3748"/>
                  </a:solidFill>
                  <a:latin typeface="+mj-lt"/>
                </a:rPr>
                <a:t> </a:t>
              </a:r>
              <a:r>
                <a:rPr sz="1400" b="1" dirty="0" err="1">
                  <a:solidFill>
                    <a:srgbClr val="2D3748"/>
                  </a:solidFill>
                  <a:latin typeface="+mj-lt"/>
                </a:rPr>
                <a:t>Yükü</a:t>
              </a:r>
              <a:r>
                <a:rPr lang="tr-TR" sz="1400" b="1" dirty="0">
                  <a:solidFill>
                    <a:srgbClr val="2D3748"/>
                  </a:solidFill>
                  <a:latin typeface="+mj-lt"/>
                </a:rPr>
                <a:t> </a:t>
              </a:r>
              <a:r>
                <a:rPr sz="1400" b="1" dirty="0" err="1">
                  <a:solidFill>
                    <a:srgbClr val="2D3748"/>
                  </a:solidFill>
                  <a:latin typeface="+mj-lt"/>
                </a:rPr>
                <a:t>Azalması</a:t>
              </a:r>
              <a:endParaRPr sz="1400" b="1" dirty="0">
                <a:solidFill>
                  <a:srgbClr val="2D3748"/>
                </a:solidFill>
                <a:latin typeface="+mj-lt"/>
              </a:endParaRPr>
            </a:p>
          </p:txBody>
        </p:sp>
        <p:sp>
          <p:nvSpPr>
            <p:cNvPr id="11" name="TextBox 9">
              <a:extLst>
                <a:ext uri="{FF2B5EF4-FFF2-40B4-BE49-F238E27FC236}">
                  <a16:creationId xmlns:a16="http://schemas.microsoft.com/office/drawing/2014/main" id="{2049F0F9-862C-54A4-9F59-8631DB073DBD}"/>
                </a:ext>
              </a:extLst>
            </p:cNvPr>
            <p:cNvSpPr txBox="1"/>
            <p:nvPr/>
          </p:nvSpPr>
          <p:spPr>
            <a:xfrm>
              <a:off x="842296" y="2315719"/>
              <a:ext cx="2181170" cy="553228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ctr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 err="1">
                  <a:solidFill>
                    <a:srgbClr val="4A5568"/>
                  </a:solidFill>
                  <a:latin typeface="Roboto"/>
                </a:rPr>
                <a:t>Otomatik</a:t>
              </a:r>
              <a:r>
                <a:rPr sz="1200" dirty="0">
                  <a:solidFill>
                    <a:srgbClr val="4A5568"/>
                  </a:solidFill>
                  <a:latin typeface="Roboto"/>
                </a:rPr>
                <a:t> </a:t>
              </a:r>
              <a:r>
                <a:rPr sz="1200" dirty="0" err="1">
                  <a:solidFill>
                    <a:srgbClr val="4A5568"/>
                  </a:solidFill>
                  <a:latin typeface="Roboto"/>
                </a:rPr>
                <a:t>süreçler</a:t>
              </a:r>
              <a:r>
                <a:rPr sz="1200" dirty="0">
                  <a:solidFill>
                    <a:srgbClr val="4A5568"/>
                  </a:solidFill>
                  <a:latin typeface="Roboto"/>
                </a:rPr>
                <a:t> </a:t>
              </a:r>
              <a:r>
                <a:rPr sz="1200" dirty="0" err="1">
                  <a:solidFill>
                    <a:srgbClr val="4A5568"/>
                  </a:solidFill>
                  <a:latin typeface="Roboto"/>
                </a:rPr>
                <a:t>ile</a:t>
              </a:r>
              <a:r>
                <a:rPr sz="1200" dirty="0">
                  <a:solidFill>
                    <a:srgbClr val="4A5568"/>
                  </a:solidFill>
                  <a:latin typeface="Roboto"/>
                </a:rPr>
                <a:t> </a:t>
              </a:r>
              <a:r>
                <a:rPr sz="1200" dirty="0" err="1">
                  <a:solidFill>
                    <a:srgbClr val="4A5568"/>
                  </a:solidFill>
                  <a:latin typeface="Roboto"/>
                </a:rPr>
                <a:t>personel</a:t>
              </a:r>
              <a:r>
                <a:rPr sz="1200" dirty="0">
                  <a:solidFill>
                    <a:srgbClr val="4A5568"/>
                  </a:solidFill>
                  <a:latin typeface="Roboto"/>
                </a:rPr>
                <a:t> </a:t>
              </a:r>
              <a:r>
                <a:rPr sz="1200" dirty="0" err="1">
                  <a:solidFill>
                    <a:srgbClr val="4A5568"/>
                  </a:solidFill>
                  <a:latin typeface="Roboto"/>
                </a:rPr>
                <a:t>maliyetlerini</a:t>
              </a:r>
              <a:r>
                <a:rPr sz="1200" dirty="0">
                  <a:solidFill>
                    <a:srgbClr val="4A5568"/>
                  </a:solidFill>
                  <a:latin typeface="Roboto"/>
                </a:rPr>
                <a:t> optimize et</a:t>
              </a:r>
            </a:p>
          </p:txBody>
        </p:sp>
        <p:sp>
          <p:nvSpPr>
            <p:cNvPr id="12" name="TextBox 13">
              <a:extLst>
                <a:ext uri="{FF2B5EF4-FFF2-40B4-BE49-F238E27FC236}">
                  <a16:creationId xmlns:a16="http://schemas.microsoft.com/office/drawing/2014/main" id="{D4701C69-544A-5855-6FE2-95E684AD8811}"/>
                </a:ext>
              </a:extLst>
            </p:cNvPr>
            <p:cNvSpPr txBox="1"/>
            <p:nvPr/>
          </p:nvSpPr>
          <p:spPr>
            <a:xfrm>
              <a:off x="5343390" y="1794674"/>
              <a:ext cx="1560329" cy="629468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ctr">
                <a:lnSpc>
                  <a:spcPts val="2080"/>
                </a:lnSpc>
                <a:spcBef>
                  <a:spcPts val="0"/>
                </a:spcBef>
                <a:spcAft>
                  <a:spcPts val="780"/>
                </a:spcAft>
              </a:pPr>
              <a:r>
                <a:rPr sz="1400" b="1" dirty="0" err="1">
                  <a:solidFill>
                    <a:srgbClr val="2D3748"/>
                  </a:solidFill>
                  <a:latin typeface="+mj-lt"/>
                </a:rPr>
                <a:t>Gerçek</a:t>
              </a:r>
              <a:r>
                <a:rPr sz="1400" b="1" dirty="0">
                  <a:solidFill>
                    <a:srgbClr val="2D3748"/>
                  </a:solidFill>
                  <a:latin typeface="+mj-lt"/>
                </a:rPr>
                <a:t> </a:t>
              </a:r>
              <a:r>
                <a:rPr sz="1400" b="1" dirty="0" err="1">
                  <a:solidFill>
                    <a:srgbClr val="2D3748"/>
                  </a:solidFill>
                  <a:latin typeface="+mj-lt"/>
                </a:rPr>
                <a:t>Zamanlı</a:t>
              </a:r>
              <a:r>
                <a:rPr lang="tr-TR" sz="1400" b="1" dirty="0">
                  <a:solidFill>
                    <a:srgbClr val="2D3748"/>
                  </a:solidFill>
                  <a:latin typeface="+mj-lt"/>
                </a:rPr>
                <a:t> </a:t>
              </a:r>
              <a:r>
                <a:rPr sz="1400" b="1" dirty="0">
                  <a:solidFill>
                    <a:srgbClr val="2D3748"/>
                  </a:solidFill>
                  <a:latin typeface="+mj-lt"/>
                </a:rPr>
                <a:t>Veri </a:t>
              </a:r>
              <a:r>
                <a:rPr sz="1400" b="1" dirty="0" err="1">
                  <a:solidFill>
                    <a:srgbClr val="2D3748"/>
                  </a:solidFill>
                  <a:latin typeface="+mj-lt"/>
                </a:rPr>
                <a:t>Tutarlılığı</a:t>
              </a:r>
              <a:endParaRPr sz="1400" b="1" dirty="0">
                <a:solidFill>
                  <a:srgbClr val="2D3748"/>
                </a:solidFill>
                <a:latin typeface="+mj-lt"/>
              </a:endParaRPr>
            </a:p>
          </p:txBody>
        </p:sp>
        <p:sp>
          <p:nvSpPr>
            <p:cNvPr id="13" name="TextBox 15">
              <a:extLst>
                <a:ext uri="{FF2B5EF4-FFF2-40B4-BE49-F238E27FC236}">
                  <a16:creationId xmlns:a16="http://schemas.microsoft.com/office/drawing/2014/main" id="{9A85ACEF-CB20-8702-958A-170F5C9B9897}"/>
                </a:ext>
              </a:extLst>
            </p:cNvPr>
            <p:cNvSpPr txBox="1"/>
            <p:nvPr/>
          </p:nvSpPr>
          <p:spPr>
            <a:xfrm>
              <a:off x="5005415" y="2366372"/>
              <a:ext cx="2181170" cy="553228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ctr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 err="1">
                  <a:solidFill>
                    <a:srgbClr val="4A5568"/>
                  </a:solidFill>
                  <a:latin typeface="Roboto"/>
                </a:rPr>
                <a:t>Tüm</a:t>
              </a:r>
              <a:r>
                <a:rPr sz="1200" dirty="0">
                  <a:solidFill>
                    <a:srgbClr val="4A5568"/>
                  </a:solidFill>
                  <a:latin typeface="Roboto"/>
                </a:rPr>
                <a:t> </a:t>
              </a:r>
              <a:r>
                <a:rPr sz="1200" dirty="0" err="1">
                  <a:solidFill>
                    <a:srgbClr val="4A5568"/>
                  </a:solidFill>
                  <a:latin typeface="Roboto"/>
                </a:rPr>
                <a:t>sistemlerde</a:t>
              </a:r>
              <a:r>
                <a:rPr sz="1200" dirty="0">
                  <a:solidFill>
                    <a:srgbClr val="4A5568"/>
                  </a:solidFill>
                  <a:latin typeface="Roboto"/>
                </a:rPr>
                <a:t> </a:t>
              </a:r>
              <a:r>
                <a:rPr sz="1200" dirty="0" err="1">
                  <a:solidFill>
                    <a:srgbClr val="4A5568"/>
                  </a:solidFill>
                  <a:latin typeface="Roboto"/>
                </a:rPr>
                <a:t>aynı</a:t>
              </a:r>
              <a:r>
                <a:rPr sz="1200" dirty="0">
                  <a:solidFill>
                    <a:srgbClr val="4A5568"/>
                  </a:solidFill>
                  <a:latin typeface="Roboto"/>
                </a:rPr>
                <a:t> </a:t>
              </a:r>
              <a:r>
                <a:rPr sz="1200" dirty="0" err="1">
                  <a:solidFill>
                    <a:srgbClr val="4A5568"/>
                  </a:solidFill>
                  <a:latin typeface="Roboto"/>
                </a:rPr>
                <a:t>anda</a:t>
              </a:r>
              <a:r>
                <a:rPr sz="1200" dirty="0">
                  <a:solidFill>
                    <a:srgbClr val="4A5568"/>
                  </a:solidFill>
                  <a:latin typeface="Roboto"/>
                </a:rPr>
                <a:t> </a:t>
              </a:r>
              <a:r>
                <a:rPr sz="1200" dirty="0" err="1">
                  <a:solidFill>
                    <a:srgbClr val="4A5568"/>
                  </a:solidFill>
                  <a:latin typeface="Roboto"/>
                </a:rPr>
                <a:t>güncel</a:t>
              </a:r>
              <a:r>
                <a:rPr sz="1200" dirty="0">
                  <a:solidFill>
                    <a:srgbClr val="4A5568"/>
                  </a:solidFill>
                  <a:latin typeface="Roboto"/>
                </a:rPr>
                <a:t> </a:t>
              </a:r>
              <a:r>
                <a:rPr sz="1200" dirty="0" err="1">
                  <a:solidFill>
                    <a:srgbClr val="4A5568"/>
                  </a:solidFill>
                  <a:latin typeface="Roboto"/>
                </a:rPr>
                <a:t>veri</a:t>
              </a:r>
              <a:endParaRPr sz="1200" dirty="0">
                <a:solidFill>
                  <a:srgbClr val="4A5568"/>
                </a:solidFill>
                <a:latin typeface="Roboto"/>
              </a:endParaRPr>
            </a:p>
          </p:txBody>
        </p:sp>
        <p:sp>
          <p:nvSpPr>
            <p:cNvPr id="22" name="TextBox 19">
              <a:extLst>
                <a:ext uri="{FF2B5EF4-FFF2-40B4-BE49-F238E27FC236}">
                  <a16:creationId xmlns:a16="http://schemas.microsoft.com/office/drawing/2014/main" id="{7BF01C82-2A97-AC2C-2BDC-14853FB1B2DA}"/>
                </a:ext>
              </a:extLst>
            </p:cNvPr>
            <p:cNvSpPr txBox="1"/>
            <p:nvPr/>
          </p:nvSpPr>
          <p:spPr>
            <a:xfrm>
              <a:off x="9489170" y="1798383"/>
              <a:ext cx="1769973" cy="629468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ctr">
                <a:lnSpc>
                  <a:spcPts val="2080"/>
                </a:lnSpc>
                <a:spcBef>
                  <a:spcPts val="0"/>
                </a:spcBef>
                <a:spcAft>
                  <a:spcPts val="780"/>
                </a:spcAft>
              </a:pPr>
              <a:r>
                <a:rPr sz="1400" b="1" dirty="0" err="1">
                  <a:solidFill>
                    <a:srgbClr val="2D3748"/>
                  </a:solidFill>
                  <a:latin typeface="+mj-lt"/>
                </a:rPr>
                <a:t>Gelişmiş</a:t>
              </a:r>
              <a:r>
                <a:rPr sz="1400" b="1" dirty="0">
                  <a:solidFill>
                    <a:srgbClr val="2D3748"/>
                  </a:solidFill>
                  <a:latin typeface="+mj-lt"/>
                </a:rPr>
                <a:t> </a:t>
              </a:r>
              <a:r>
                <a:rPr sz="1400" b="1" dirty="0" err="1">
                  <a:solidFill>
                    <a:srgbClr val="2D3748"/>
                  </a:solidFill>
                  <a:latin typeface="+mj-lt"/>
                </a:rPr>
                <a:t>Güvenlik</a:t>
              </a:r>
              <a:r>
                <a:rPr lang="tr-TR" sz="1400" b="1" dirty="0">
                  <a:solidFill>
                    <a:srgbClr val="2D3748"/>
                  </a:solidFill>
                  <a:latin typeface="+mj-lt"/>
                </a:rPr>
                <a:t> </a:t>
              </a:r>
              <a:r>
                <a:rPr sz="1400" b="1" dirty="0" err="1">
                  <a:solidFill>
                    <a:srgbClr val="2D3748"/>
                  </a:solidFill>
                  <a:latin typeface="+mj-lt"/>
                </a:rPr>
                <a:t>ve</a:t>
              </a:r>
              <a:r>
                <a:rPr sz="1400" b="1" dirty="0">
                  <a:solidFill>
                    <a:srgbClr val="2D3748"/>
                  </a:solidFill>
                  <a:latin typeface="+mj-lt"/>
                </a:rPr>
                <a:t> </a:t>
              </a:r>
              <a:r>
                <a:rPr sz="1400" b="1" dirty="0" err="1">
                  <a:solidFill>
                    <a:srgbClr val="2D3748"/>
                  </a:solidFill>
                  <a:latin typeface="+mj-lt"/>
                </a:rPr>
                <a:t>İzlenebilirlik</a:t>
              </a:r>
              <a:endParaRPr sz="1400" b="1" dirty="0">
                <a:solidFill>
                  <a:srgbClr val="2D3748"/>
                </a:solidFill>
                <a:latin typeface="+mj-lt"/>
              </a:endParaRPr>
            </a:p>
          </p:txBody>
        </p:sp>
        <p:sp>
          <p:nvSpPr>
            <p:cNvPr id="23" name="TextBox 21">
              <a:extLst>
                <a:ext uri="{FF2B5EF4-FFF2-40B4-BE49-F238E27FC236}">
                  <a16:creationId xmlns:a16="http://schemas.microsoft.com/office/drawing/2014/main" id="{90BDB4FE-F411-844F-DA91-2163E495D41A}"/>
                </a:ext>
              </a:extLst>
            </p:cNvPr>
            <p:cNvSpPr txBox="1"/>
            <p:nvPr/>
          </p:nvSpPr>
          <p:spPr>
            <a:xfrm>
              <a:off x="9329323" y="2339930"/>
              <a:ext cx="2181170" cy="553228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ctr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 err="1">
                  <a:solidFill>
                    <a:srgbClr val="4A5568"/>
                  </a:solidFill>
                  <a:latin typeface="Roboto"/>
                </a:rPr>
                <a:t>Tüm</a:t>
              </a:r>
              <a:r>
                <a:rPr sz="1200" dirty="0">
                  <a:solidFill>
                    <a:srgbClr val="4A5568"/>
                  </a:solidFill>
                  <a:latin typeface="Roboto"/>
                </a:rPr>
                <a:t> </a:t>
              </a:r>
              <a:r>
                <a:rPr sz="1200" dirty="0" err="1">
                  <a:solidFill>
                    <a:srgbClr val="4A5568"/>
                  </a:solidFill>
                  <a:latin typeface="Roboto"/>
                </a:rPr>
                <a:t>işlemler</a:t>
              </a:r>
              <a:r>
                <a:rPr sz="1200" dirty="0">
                  <a:solidFill>
                    <a:srgbClr val="4A5568"/>
                  </a:solidFill>
                  <a:latin typeface="Roboto"/>
                </a:rPr>
                <a:t> </a:t>
              </a:r>
              <a:r>
                <a:rPr sz="1200" dirty="0" err="1">
                  <a:solidFill>
                    <a:srgbClr val="4A5568"/>
                  </a:solidFill>
                  <a:latin typeface="Roboto"/>
                </a:rPr>
                <a:t>loglanır</a:t>
              </a:r>
              <a:r>
                <a:rPr sz="1200" dirty="0">
                  <a:solidFill>
                    <a:srgbClr val="4A5568"/>
                  </a:solidFill>
                  <a:latin typeface="Roboto"/>
                </a:rPr>
                <a:t> </a:t>
              </a:r>
              <a:r>
                <a:rPr sz="1200" dirty="0" err="1">
                  <a:solidFill>
                    <a:srgbClr val="4A5568"/>
                  </a:solidFill>
                  <a:latin typeface="Roboto"/>
                </a:rPr>
                <a:t>ve</a:t>
              </a:r>
              <a:r>
                <a:rPr sz="1200" dirty="0">
                  <a:solidFill>
                    <a:srgbClr val="4A5568"/>
                  </a:solidFill>
                  <a:latin typeface="Roboto"/>
                </a:rPr>
                <a:t> </a:t>
              </a:r>
              <a:r>
                <a:rPr sz="1200" dirty="0" err="1">
                  <a:solidFill>
                    <a:srgbClr val="4A5568"/>
                  </a:solidFill>
                  <a:latin typeface="Roboto"/>
                </a:rPr>
                <a:t>izlenebilir</a:t>
              </a:r>
              <a:endParaRPr sz="1200" dirty="0">
                <a:solidFill>
                  <a:srgbClr val="4A5568"/>
                </a:solidFill>
                <a:latin typeface="Roboto"/>
              </a:endParaRPr>
            </a:p>
          </p:txBody>
        </p:sp>
        <p:sp>
          <p:nvSpPr>
            <p:cNvPr id="24" name="TextBox 25">
              <a:extLst>
                <a:ext uri="{FF2B5EF4-FFF2-40B4-BE49-F238E27FC236}">
                  <a16:creationId xmlns:a16="http://schemas.microsoft.com/office/drawing/2014/main" id="{8684B782-681D-47F5-4E23-97AB147A8F3F}"/>
                </a:ext>
              </a:extLst>
            </p:cNvPr>
            <p:cNvSpPr txBox="1"/>
            <p:nvPr/>
          </p:nvSpPr>
          <p:spPr>
            <a:xfrm>
              <a:off x="3031761" y="3938401"/>
              <a:ext cx="2021885" cy="629468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ctr">
                <a:lnSpc>
                  <a:spcPts val="2080"/>
                </a:lnSpc>
                <a:spcBef>
                  <a:spcPts val="0"/>
                </a:spcBef>
                <a:spcAft>
                  <a:spcPts val="780"/>
                </a:spcAft>
              </a:pPr>
              <a:r>
                <a:rPr sz="1400" b="1" dirty="0" err="1">
                  <a:solidFill>
                    <a:srgbClr val="2D3748"/>
                  </a:solidFill>
                  <a:latin typeface="+mj-lt"/>
                </a:rPr>
                <a:t>Hızlı</a:t>
              </a:r>
              <a:r>
                <a:rPr sz="1400" b="1" dirty="0">
                  <a:solidFill>
                    <a:srgbClr val="2D3748"/>
                  </a:solidFill>
                  <a:latin typeface="+mj-lt"/>
                </a:rPr>
                <a:t> </a:t>
              </a:r>
              <a:r>
                <a:rPr sz="1400" b="1" dirty="0" err="1">
                  <a:solidFill>
                    <a:srgbClr val="2D3748"/>
                  </a:solidFill>
                  <a:latin typeface="+mj-lt"/>
                </a:rPr>
                <a:t>Entegrasyon</a:t>
              </a:r>
              <a:r>
                <a:rPr sz="1400" b="1" dirty="0">
                  <a:solidFill>
                    <a:srgbClr val="2D3748"/>
                  </a:solidFill>
                  <a:latin typeface="+mj-lt"/>
                </a:rPr>
                <a:t> </a:t>
              </a:r>
              <a:r>
                <a:rPr sz="1400" b="1" dirty="0" err="1">
                  <a:solidFill>
                    <a:srgbClr val="2D3748"/>
                  </a:solidFill>
                  <a:latin typeface="+mj-lt"/>
                </a:rPr>
                <a:t>ve</a:t>
              </a:r>
              <a:r>
                <a:rPr sz="1400" b="1" dirty="0">
                  <a:solidFill>
                    <a:srgbClr val="2D3748"/>
                  </a:solidFill>
                  <a:latin typeface="+mj-lt"/>
                </a:rPr>
                <a:t> Deployment</a:t>
              </a:r>
            </a:p>
          </p:txBody>
        </p:sp>
        <p:sp>
          <p:nvSpPr>
            <p:cNvPr id="25" name="TextBox 27">
              <a:extLst>
                <a:ext uri="{FF2B5EF4-FFF2-40B4-BE49-F238E27FC236}">
                  <a16:creationId xmlns:a16="http://schemas.microsoft.com/office/drawing/2014/main" id="{681D60CA-3348-9780-2B9C-3C317A4F1EBA}"/>
                </a:ext>
              </a:extLst>
            </p:cNvPr>
            <p:cNvSpPr txBox="1"/>
            <p:nvPr/>
          </p:nvSpPr>
          <p:spPr>
            <a:xfrm>
              <a:off x="3100476" y="4504036"/>
              <a:ext cx="1794017" cy="322396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ctr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 err="1">
                  <a:solidFill>
                    <a:srgbClr val="4A5568"/>
                  </a:solidFill>
                  <a:latin typeface="Roboto"/>
                </a:rPr>
                <a:t>Kısa</a:t>
              </a:r>
              <a:r>
                <a:rPr sz="1200" dirty="0">
                  <a:solidFill>
                    <a:srgbClr val="4A5568"/>
                  </a:solidFill>
                  <a:latin typeface="Roboto"/>
                </a:rPr>
                <a:t> </a:t>
              </a:r>
              <a:r>
                <a:rPr sz="1200" dirty="0" err="1">
                  <a:solidFill>
                    <a:srgbClr val="4A5568"/>
                  </a:solidFill>
                  <a:latin typeface="Roboto"/>
                </a:rPr>
                <a:t>sürede</a:t>
              </a:r>
              <a:r>
                <a:rPr sz="1200" dirty="0">
                  <a:solidFill>
                    <a:srgbClr val="4A5568"/>
                  </a:solidFill>
                  <a:latin typeface="Roboto"/>
                </a:rPr>
                <a:t> </a:t>
              </a:r>
              <a:r>
                <a:rPr sz="1200" dirty="0" err="1">
                  <a:solidFill>
                    <a:srgbClr val="4A5568"/>
                  </a:solidFill>
                  <a:latin typeface="Roboto"/>
                </a:rPr>
                <a:t>aktif</a:t>
              </a:r>
              <a:r>
                <a:rPr sz="1200" dirty="0">
                  <a:solidFill>
                    <a:srgbClr val="4A5568"/>
                  </a:solidFill>
                  <a:latin typeface="Roboto"/>
                </a:rPr>
                <a:t> </a:t>
              </a:r>
              <a:r>
                <a:rPr sz="1200" dirty="0" err="1">
                  <a:solidFill>
                    <a:srgbClr val="4A5568"/>
                  </a:solidFill>
                  <a:latin typeface="Roboto"/>
                </a:rPr>
                <a:t>sistem</a:t>
              </a:r>
              <a:endParaRPr sz="1200" dirty="0">
                <a:solidFill>
                  <a:srgbClr val="4A5568"/>
                </a:solidFill>
                <a:latin typeface="Roboto"/>
              </a:endParaRPr>
            </a:p>
          </p:txBody>
        </p:sp>
        <p:sp>
          <p:nvSpPr>
            <p:cNvPr id="27" name="TextBox 31">
              <a:extLst>
                <a:ext uri="{FF2B5EF4-FFF2-40B4-BE49-F238E27FC236}">
                  <a16:creationId xmlns:a16="http://schemas.microsoft.com/office/drawing/2014/main" id="{485EE9D5-CA68-8002-635E-614ED16ABB27}"/>
                </a:ext>
              </a:extLst>
            </p:cNvPr>
            <p:cNvSpPr txBox="1"/>
            <p:nvPr/>
          </p:nvSpPr>
          <p:spPr>
            <a:xfrm>
              <a:off x="7340787" y="3933374"/>
              <a:ext cx="1856431" cy="629468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ctr">
                <a:lnSpc>
                  <a:spcPts val="2080"/>
                </a:lnSpc>
                <a:spcBef>
                  <a:spcPts val="0"/>
                </a:spcBef>
                <a:spcAft>
                  <a:spcPts val="780"/>
                </a:spcAft>
              </a:pPr>
              <a:r>
                <a:rPr sz="1400" b="1" dirty="0" err="1">
                  <a:solidFill>
                    <a:srgbClr val="2D3748"/>
                  </a:solidFill>
                  <a:latin typeface="+mj-lt"/>
                </a:rPr>
                <a:t>Düşük</a:t>
              </a:r>
              <a:r>
                <a:rPr sz="1400" b="1" dirty="0">
                  <a:solidFill>
                    <a:srgbClr val="2D3748"/>
                  </a:solidFill>
                  <a:latin typeface="+mj-lt"/>
                </a:rPr>
                <a:t> </a:t>
              </a:r>
              <a:r>
                <a:rPr sz="1400" b="1" dirty="0" err="1">
                  <a:solidFill>
                    <a:srgbClr val="2D3748"/>
                  </a:solidFill>
                  <a:latin typeface="+mj-lt"/>
                </a:rPr>
                <a:t>Maliyetli</a:t>
              </a:r>
              <a:r>
                <a:rPr sz="1400" b="1" dirty="0">
                  <a:solidFill>
                    <a:srgbClr val="2D3748"/>
                  </a:solidFill>
                  <a:latin typeface="+mj-lt"/>
                </a:rPr>
                <a:t> </a:t>
              </a:r>
              <a:r>
                <a:rPr sz="1400" b="1" dirty="0" err="1">
                  <a:solidFill>
                    <a:srgbClr val="2D3748"/>
                  </a:solidFill>
                  <a:latin typeface="+mj-lt"/>
                </a:rPr>
                <a:t>Bakım</a:t>
              </a:r>
              <a:r>
                <a:rPr sz="1400" b="1" dirty="0">
                  <a:solidFill>
                    <a:srgbClr val="2D3748"/>
                  </a:solidFill>
                  <a:latin typeface="+mj-lt"/>
                </a:rPr>
                <a:t> </a:t>
              </a:r>
              <a:r>
                <a:rPr sz="1400" b="1" dirty="0" err="1">
                  <a:solidFill>
                    <a:srgbClr val="2D3748"/>
                  </a:solidFill>
                  <a:latin typeface="+mj-lt"/>
                </a:rPr>
                <a:t>ve</a:t>
              </a:r>
              <a:r>
                <a:rPr sz="1400" b="1" dirty="0">
                  <a:solidFill>
                    <a:srgbClr val="2D3748"/>
                  </a:solidFill>
                  <a:latin typeface="+mj-lt"/>
                </a:rPr>
                <a:t> </a:t>
              </a:r>
              <a:r>
                <a:rPr sz="1400" b="1" dirty="0" err="1">
                  <a:solidFill>
                    <a:srgbClr val="2D3748"/>
                  </a:solidFill>
                  <a:latin typeface="+mj-lt"/>
                </a:rPr>
                <a:t>Destek</a:t>
              </a:r>
              <a:endParaRPr sz="1400" b="1" dirty="0">
                <a:solidFill>
                  <a:srgbClr val="2D3748"/>
                </a:solidFill>
                <a:latin typeface="+mj-lt"/>
              </a:endParaRPr>
            </a:p>
          </p:txBody>
        </p:sp>
        <p:sp>
          <p:nvSpPr>
            <p:cNvPr id="28" name="TextBox 33">
              <a:extLst>
                <a:ext uri="{FF2B5EF4-FFF2-40B4-BE49-F238E27FC236}">
                  <a16:creationId xmlns:a16="http://schemas.microsoft.com/office/drawing/2014/main" id="{1E5D21B6-B3CB-4B3E-49FC-A23434AB1C9A}"/>
                </a:ext>
              </a:extLst>
            </p:cNvPr>
            <p:cNvSpPr txBox="1"/>
            <p:nvPr/>
          </p:nvSpPr>
          <p:spPr>
            <a:xfrm>
              <a:off x="7299927" y="4504036"/>
              <a:ext cx="1953915" cy="553228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ctr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 err="1">
                  <a:solidFill>
                    <a:srgbClr val="4A5568"/>
                  </a:solidFill>
                  <a:latin typeface="Roboto"/>
                </a:rPr>
                <a:t>Sürekli</a:t>
              </a:r>
              <a:r>
                <a:rPr sz="1200" dirty="0">
                  <a:solidFill>
                    <a:srgbClr val="4A5568"/>
                  </a:solidFill>
                  <a:latin typeface="Roboto"/>
                </a:rPr>
                <a:t> </a:t>
              </a:r>
              <a:r>
                <a:rPr sz="1200" dirty="0" err="1">
                  <a:solidFill>
                    <a:srgbClr val="4A5568"/>
                  </a:solidFill>
                  <a:latin typeface="Roboto"/>
                </a:rPr>
                <a:t>güncelleme</a:t>
              </a:r>
              <a:r>
                <a:rPr sz="1200" dirty="0">
                  <a:solidFill>
                    <a:srgbClr val="4A5568"/>
                  </a:solidFill>
                  <a:latin typeface="Roboto"/>
                </a:rPr>
                <a:t> </a:t>
              </a:r>
              <a:r>
                <a:rPr sz="1200" dirty="0" err="1">
                  <a:solidFill>
                    <a:srgbClr val="4A5568"/>
                  </a:solidFill>
                  <a:latin typeface="Roboto"/>
                </a:rPr>
                <a:t>ve</a:t>
              </a:r>
              <a:r>
                <a:rPr sz="1200" dirty="0">
                  <a:solidFill>
                    <a:srgbClr val="4A5568"/>
                  </a:solidFill>
                  <a:latin typeface="Roboto"/>
                </a:rPr>
                <a:t> </a:t>
              </a:r>
              <a:r>
                <a:rPr sz="1200" dirty="0" err="1">
                  <a:solidFill>
                    <a:srgbClr val="4A5568"/>
                  </a:solidFill>
                  <a:latin typeface="Roboto"/>
                </a:rPr>
                <a:t>bakım</a:t>
              </a:r>
              <a:r>
                <a:rPr sz="1200" dirty="0">
                  <a:solidFill>
                    <a:srgbClr val="4A5568"/>
                  </a:solidFill>
                  <a:latin typeface="Roboto"/>
                </a:rPr>
                <a:t> </a:t>
              </a:r>
              <a:r>
                <a:rPr sz="1200" dirty="0" err="1">
                  <a:solidFill>
                    <a:srgbClr val="4A5568"/>
                  </a:solidFill>
                  <a:latin typeface="Roboto"/>
                </a:rPr>
                <a:t>hizmetleri</a:t>
              </a:r>
              <a:endParaRPr sz="1200" dirty="0">
                <a:solidFill>
                  <a:srgbClr val="4A5568"/>
                </a:solidFill>
                <a:latin typeface="Roboto"/>
              </a:endParaRPr>
            </a:p>
          </p:txBody>
        </p:sp>
        <p:pic>
          <p:nvPicPr>
            <p:cNvPr id="29" name="Picture 6" descr="image.png">
              <a:extLst>
                <a:ext uri="{FF2B5EF4-FFF2-40B4-BE49-F238E27FC236}">
                  <a16:creationId xmlns:a16="http://schemas.microsoft.com/office/drawing/2014/main" id="{643E5166-22DD-D540-B268-DE29F3E7C9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609919" y="3270135"/>
              <a:ext cx="529009" cy="284251"/>
            </a:xfrm>
            <a:prstGeom prst="rect">
              <a:avLst/>
            </a:prstGeom>
          </p:spPr>
        </p:pic>
        <p:pic>
          <p:nvPicPr>
            <p:cNvPr id="30" name="Picture 12" descr="image.png">
              <a:extLst>
                <a:ext uri="{FF2B5EF4-FFF2-40B4-BE49-F238E27FC236}">
                  <a16:creationId xmlns:a16="http://schemas.microsoft.com/office/drawing/2014/main" id="{252FBD24-9461-9C71-C53F-E5F2FB3A4A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  <a:biLevel thresh="50000"/>
            </a:blip>
            <a:stretch>
              <a:fillRect/>
            </a:stretch>
          </p:blipFill>
          <p:spPr>
            <a:xfrm>
              <a:off x="3746605" y="3185539"/>
              <a:ext cx="569656" cy="527158"/>
            </a:xfrm>
            <a:prstGeom prst="rect">
              <a:avLst/>
            </a:prstGeom>
          </p:spPr>
        </p:pic>
        <p:pic>
          <p:nvPicPr>
            <p:cNvPr id="31" name="Picture 18" descr="image.png">
              <a:extLst>
                <a:ext uri="{FF2B5EF4-FFF2-40B4-BE49-F238E27FC236}">
                  <a16:creationId xmlns:a16="http://schemas.microsoft.com/office/drawing/2014/main" id="{59C1C97B-D8FB-507A-8E96-507EE04B97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/>
              <a:biLevel thresh="50000"/>
            </a:blip>
            <a:stretch>
              <a:fillRect/>
            </a:stretch>
          </p:blipFill>
          <p:spPr>
            <a:xfrm>
              <a:off x="5835739" y="3177876"/>
              <a:ext cx="520521" cy="481689"/>
            </a:xfrm>
            <a:prstGeom prst="rect">
              <a:avLst/>
            </a:prstGeom>
          </p:spPr>
        </p:pic>
        <p:pic>
          <p:nvPicPr>
            <p:cNvPr id="32" name="Picture 24" descr="image.png">
              <a:extLst>
                <a:ext uri="{FF2B5EF4-FFF2-40B4-BE49-F238E27FC236}">
                  <a16:creationId xmlns:a16="http://schemas.microsoft.com/office/drawing/2014/main" id="{9A312299-9C98-2384-9A48-1CF3EA6B8D2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/>
              <a:biLevel thresh="50000"/>
            </a:blip>
            <a:stretch>
              <a:fillRect/>
            </a:stretch>
          </p:blipFill>
          <p:spPr>
            <a:xfrm>
              <a:off x="7973973" y="3234186"/>
              <a:ext cx="492578" cy="411718"/>
            </a:xfrm>
            <a:prstGeom prst="rect">
              <a:avLst/>
            </a:prstGeom>
          </p:spPr>
        </p:pic>
        <p:pic>
          <p:nvPicPr>
            <p:cNvPr id="33" name="Picture 30" descr="image.png">
              <a:extLst>
                <a:ext uri="{FF2B5EF4-FFF2-40B4-BE49-F238E27FC236}">
                  <a16:creationId xmlns:a16="http://schemas.microsoft.com/office/drawing/2014/main" id="{F6564742-D81C-EE1E-4F9D-173D3782807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/>
              <a:biLevel thresh="50000"/>
            </a:blip>
            <a:stretch>
              <a:fillRect/>
            </a:stretch>
          </p:blipFill>
          <p:spPr>
            <a:xfrm>
              <a:off x="10141631" y="3185539"/>
              <a:ext cx="556554" cy="431963"/>
            </a:xfrm>
            <a:prstGeom prst="rect">
              <a:avLst/>
            </a:prstGeom>
          </p:spPr>
        </p:pic>
        <p:pic>
          <p:nvPicPr>
            <p:cNvPr id="40" name="Grafik 39">
              <a:extLst>
                <a:ext uri="{FF2B5EF4-FFF2-40B4-BE49-F238E27FC236}">
                  <a16:creationId xmlns:a16="http://schemas.microsoft.com/office/drawing/2014/main" id="{50C51C03-BE31-78E7-DFE0-8791E8C825C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852161" y="2924479"/>
              <a:ext cx="485574" cy="1008895"/>
            </a:xfrm>
            <a:prstGeom prst="rect">
              <a:avLst/>
            </a:prstGeom>
          </p:spPr>
        </p:pic>
        <p:pic>
          <p:nvPicPr>
            <p:cNvPr id="42" name="Grafik 41">
              <a:extLst>
                <a:ext uri="{FF2B5EF4-FFF2-40B4-BE49-F238E27FC236}">
                  <a16:creationId xmlns:a16="http://schemas.microsoft.com/office/drawing/2014/main" id="{1B425334-DF6D-53D5-9F7F-E314D09881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981305" y="2919600"/>
              <a:ext cx="490341" cy="1018801"/>
            </a:xfrm>
            <a:prstGeom prst="rect">
              <a:avLst/>
            </a:prstGeom>
          </p:spPr>
        </p:pic>
        <p:pic>
          <p:nvPicPr>
            <p:cNvPr id="44" name="Grafik 43">
              <a:extLst>
                <a:ext uri="{FF2B5EF4-FFF2-40B4-BE49-F238E27FC236}">
                  <a16:creationId xmlns:a16="http://schemas.microsoft.com/office/drawing/2014/main" id="{6D924145-F2A0-09C3-86A7-2DFFE3E6796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105257" y="2919600"/>
              <a:ext cx="490341" cy="1018801"/>
            </a:xfrm>
            <a:prstGeom prst="rect">
              <a:avLst/>
            </a:prstGeom>
          </p:spPr>
        </p:pic>
        <p:pic>
          <p:nvPicPr>
            <p:cNvPr id="46" name="Grafik 45">
              <a:extLst>
                <a:ext uri="{FF2B5EF4-FFF2-40B4-BE49-F238E27FC236}">
                  <a16:creationId xmlns:a16="http://schemas.microsoft.com/office/drawing/2014/main" id="{B5DB8563-C33D-8F2C-386A-F43C65A8AE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25507" y="2919600"/>
              <a:ext cx="490341" cy="1018801"/>
            </a:xfrm>
            <a:prstGeom prst="rect">
              <a:avLst/>
            </a:prstGeom>
          </p:spPr>
        </p:pic>
        <p:pic>
          <p:nvPicPr>
            <p:cNvPr id="48" name="Grafik 47">
              <a:extLst>
                <a:ext uri="{FF2B5EF4-FFF2-40B4-BE49-F238E27FC236}">
                  <a16:creationId xmlns:a16="http://schemas.microsoft.com/office/drawing/2014/main" id="{FE816CCC-1207-42BB-AD29-F204446951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369138" y="2927072"/>
              <a:ext cx="485573" cy="10088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13843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0003C-3A1F-E3BC-AA6B-65C22FD6D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ikdörtgen: Köşeleri Yuvarlatılmış 23">
            <a:extLst>
              <a:ext uri="{FF2B5EF4-FFF2-40B4-BE49-F238E27FC236}">
                <a16:creationId xmlns:a16="http://schemas.microsoft.com/office/drawing/2014/main" id="{C5DC1ECF-99A6-89CD-4DA9-A3725D840B44}"/>
              </a:ext>
            </a:extLst>
          </p:cNvPr>
          <p:cNvSpPr/>
          <p:nvPr/>
        </p:nvSpPr>
        <p:spPr>
          <a:xfrm>
            <a:off x="3547872" y="5004816"/>
            <a:ext cx="4736592" cy="1024128"/>
          </a:xfrm>
          <a:prstGeom prst="roundRect">
            <a:avLst/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2" name="object 3">
            <a:extLst>
              <a:ext uri="{FF2B5EF4-FFF2-40B4-BE49-F238E27FC236}">
                <a16:creationId xmlns:a16="http://schemas.microsoft.com/office/drawing/2014/main" id="{076B6765-67D9-6C80-52E9-AF12345E2EAF}"/>
              </a:ext>
            </a:extLst>
          </p:cNvPr>
          <p:cNvSpPr>
            <a:spLocks noChangeAspect="1"/>
          </p:cNvSpPr>
          <p:nvPr/>
        </p:nvSpPr>
        <p:spPr>
          <a:xfrm>
            <a:off x="244769" y="-1438805"/>
            <a:ext cx="1314417" cy="3235678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rgbClr val="B6CAFF">
              <a:alpha val="1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3">
            <a:extLst>
              <a:ext uri="{FF2B5EF4-FFF2-40B4-BE49-F238E27FC236}">
                <a16:creationId xmlns:a16="http://schemas.microsoft.com/office/drawing/2014/main" id="{E7B42F3E-77A9-54AD-9DCC-4C0EBED0FAFE}"/>
              </a:ext>
            </a:extLst>
          </p:cNvPr>
          <p:cNvSpPr/>
          <p:nvPr/>
        </p:nvSpPr>
        <p:spPr>
          <a:xfrm rot="10800000">
            <a:off x="10696639" y="3616424"/>
            <a:ext cx="1314417" cy="3358950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  <a:alpha val="13998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5">
            <a:extLst>
              <a:ext uri="{FF2B5EF4-FFF2-40B4-BE49-F238E27FC236}">
                <a16:creationId xmlns:a16="http://schemas.microsoft.com/office/drawing/2014/main" id="{9D27BC6D-9D6B-1496-F07F-8B32037E9E78}"/>
              </a:ext>
            </a:extLst>
          </p:cNvPr>
          <p:cNvSpPr/>
          <p:nvPr/>
        </p:nvSpPr>
        <p:spPr>
          <a:xfrm>
            <a:off x="107004" y="6230270"/>
            <a:ext cx="11904051" cy="496126"/>
          </a:xfrm>
          <a:custGeom>
            <a:avLst/>
            <a:gdLst/>
            <a:ahLst/>
            <a:cxnLst/>
            <a:rect l="l" t="t" r="r" b="b"/>
            <a:pathLst>
              <a:path w="17444720" h="795020">
                <a:moveTo>
                  <a:pt x="17155708" y="0"/>
                </a:moveTo>
                <a:lnTo>
                  <a:pt x="288965" y="0"/>
                </a:lnTo>
                <a:lnTo>
                  <a:pt x="242091" y="3782"/>
                </a:lnTo>
                <a:lnTo>
                  <a:pt x="197627" y="14732"/>
                </a:lnTo>
                <a:lnTo>
                  <a:pt x="156166" y="32254"/>
                </a:lnTo>
                <a:lnTo>
                  <a:pt x="118303" y="55754"/>
                </a:lnTo>
                <a:lnTo>
                  <a:pt x="84633" y="84637"/>
                </a:lnTo>
                <a:lnTo>
                  <a:pt x="55751" y="118307"/>
                </a:lnTo>
                <a:lnTo>
                  <a:pt x="32252" y="156170"/>
                </a:lnTo>
                <a:lnTo>
                  <a:pt x="14731" y="197631"/>
                </a:lnTo>
                <a:lnTo>
                  <a:pt x="3781" y="242094"/>
                </a:lnTo>
                <a:lnTo>
                  <a:pt x="0" y="288965"/>
                </a:lnTo>
                <a:lnTo>
                  <a:pt x="0" y="505461"/>
                </a:lnTo>
                <a:lnTo>
                  <a:pt x="3781" y="552331"/>
                </a:lnTo>
                <a:lnTo>
                  <a:pt x="14731" y="596794"/>
                </a:lnTo>
                <a:lnTo>
                  <a:pt x="32252" y="638255"/>
                </a:lnTo>
                <a:lnTo>
                  <a:pt x="55751" y="676118"/>
                </a:lnTo>
                <a:lnTo>
                  <a:pt x="84633" y="709788"/>
                </a:lnTo>
                <a:lnTo>
                  <a:pt x="118303" y="738671"/>
                </a:lnTo>
                <a:lnTo>
                  <a:pt x="156166" y="762171"/>
                </a:lnTo>
                <a:lnTo>
                  <a:pt x="197627" y="779694"/>
                </a:lnTo>
                <a:lnTo>
                  <a:pt x="242091" y="790643"/>
                </a:lnTo>
                <a:lnTo>
                  <a:pt x="288965" y="794426"/>
                </a:lnTo>
                <a:lnTo>
                  <a:pt x="17155708" y="794426"/>
                </a:lnTo>
                <a:lnTo>
                  <a:pt x="17202578" y="790643"/>
                </a:lnTo>
                <a:lnTo>
                  <a:pt x="17247041" y="779694"/>
                </a:lnTo>
                <a:lnTo>
                  <a:pt x="17288502" y="762171"/>
                </a:lnTo>
                <a:lnTo>
                  <a:pt x="17326365" y="738671"/>
                </a:lnTo>
                <a:lnTo>
                  <a:pt x="17360035" y="709788"/>
                </a:lnTo>
                <a:lnTo>
                  <a:pt x="17388918" y="676118"/>
                </a:lnTo>
                <a:lnTo>
                  <a:pt x="17412418" y="638255"/>
                </a:lnTo>
                <a:lnTo>
                  <a:pt x="17429940" y="596794"/>
                </a:lnTo>
                <a:lnTo>
                  <a:pt x="17440890" y="552331"/>
                </a:lnTo>
                <a:lnTo>
                  <a:pt x="17444673" y="505461"/>
                </a:lnTo>
                <a:lnTo>
                  <a:pt x="17444673" y="288965"/>
                </a:lnTo>
                <a:lnTo>
                  <a:pt x="17440890" y="242094"/>
                </a:lnTo>
                <a:lnTo>
                  <a:pt x="17429940" y="197631"/>
                </a:lnTo>
                <a:lnTo>
                  <a:pt x="17412418" y="156170"/>
                </a:lnTo>
                <a:lnTo>
                  <a:pt x="17388918" y="118307"/>
                </a:lnTo>
                <a:lnTo>
                  <a:pt x="17360035" y="84637"/>
                </a:lnTo>
                <a:lnTo>
                  <a:pt x="17326365" y="55754"/>
                </a:lnTo>
                <a:lnTo>
                  <a:pt x="17288502" y="32254"/>
                </a:lnTo>
                <a:lnTo>
                  <a:pt x="17247041" y="14732"/>
                </a:lnTo>
                <a:lnTo>
                  <a:pt x="17202578" y="3782"/>
                </a:lnTo>
                <a:lnTo>
                  <a:pt x="17155708" y="0"/>
                </a:lnTo>
                <a:close/>
              </a:path>
            </a:pathLst>
          </a:custGeom>
          <a:solidFill>
            <a:srgbClr val="DCE8F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061E92-6B81-836A-104A-0C220E8A1648}"/>
              </a:ext>
            </a:extLst>
          </p:cNvPr>
          <p:cNvSpPr txBox="1"/>
          <p:nvPr/>
        </p:nvSpPr>
        <p:spPr>
          <a:xfrm>
            <a:off x="666733" y="379667"/>
            <a:ext cx="2178417" cy="47891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lang="tr-TR" sz="2392" b="1" dirty="0">
                <a:solidFill>
                  <a:schemeClr val="tx2">
                    <a:lumMod val="50000"/>
                  </a:schemeClr>
                </a:solidFill>
              </a:rPr>
              <a:t>Sonraki Adımlar</a:t>
            </a:r>
            <a:endParaRPr sz="2392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94669479-F315-6B7B-83CE-7A2157D4BF71}"/>
              </a:ext>
            </a:extLst>
          </p:cNvPr>
          <p:cNvSpPr>
            <a:spLocks noChangeAspect="1"/>
          </p:cNvSpPr>
          <p:nvPr/>
        </p:nvSpPr>
        <p:spPr>
          <a:xfrm>
            <a:off x="11014675" y="6418761"/>
            <a:ext cx="680836" cy="121376"/>
          </a:xfrm>
          <a:custGeom>
            <a:avLst/>
            <a:gdLst/>
            <a:ahLst/>
            <a:cxnLst/>
            <a:rect l="l" t="t" r="r" b="b"/>
            <a:pathLst>
              <a:path w="1969770" h="351154">
                <a:moveTo>
                  <a:pt x="235800" y="57454"/>
                </a:moveTo>
                <a:lnTo>
                  <a:pt x="0" y="57454"/>
                </a:lnTo>
                <a:lnTo>
                  <a:pt x="0" y="293255"/>
                </a:lnTo>
                <a:lnTo>
                  <a:pt x="235800" y="293255"/>
                </a:lnTo>
                <a:lnTo>
                  <a:pt x="235800" y="57454"/>
                </a:lnTo>
                <a:close/>
              </a:path>
              <a:path w="1969770" h="351154">
                <a:moveTo>
                  <a:pt x="612825" y="167817"/>
                </a:moveTo>
                <a:lnTo>
                  <a:pt x="609282" y="126669"/>
                </a:lnTo>
                <a:lnTo>
                  <a:pt x="598157" y="87655"/>
                </a:lnTo>
                <a:lnTo>
                  <a:pt x="578739" y="53174"/>
                </a:lnTo>
                <a:lnTo>
                  <a:pt x="550316" y="25603"/>
                </a:lnTo>
                <a:lnTo>
                  <a:pt x="516242" y="9283"/>
                </a:lnTo>
                <a:lnTo>
                  <a:pt x="516242" y="137693"/>
                </a:lnTo>
                <a:lnTo>
                  <a:pt x="392950" y="137693"/>
                </a:lnTo>
                <a:lnTo>
                  <a:pt x="397992" y="115531"/>
                </a:lnTo>
                <a:lnTo>
                  <a:pt x="409727" y="93510"/>
                </a:lnTo>
                <a:lnTo>
                  <a:pt x="429158" y="76619"/>
                </a:lnTo>
                <a:lnTo>
                  <a:pt x="457327" y="69875"/>
                </a:lnTo>
                <a:lnTo>
                  <a:pt x="486765" y="76911"/>
                </a:lnTo>
                <a:lnTo>
                  <a:pt x="504761" y="94272"/>
                </a:lnTo>
                <a:lnTo>
                  <a:pt x="513778" y="116395"/>
                </a:lnTo>
                <a:lnTo>
                  <a:pt x="516128" y="136740"/>
                </a:lnTo>
                <a:lnTo>
                  <a:pt x="516242" y="137693"/>
                </a:lnTo>
                <a:lnTo>
                  <a:pt x="516242" y="9283"/>
                </a:lnTo>
                <a:lnTo>
                  <a:pt x="512140" y="7315"/>
                </a:lnTo>
                <a:lnTo>
                  <a:pt x="463499" y="698"/>
                </a:lnTo>
                <a:lnTo>
                  <a:pt x="410540" y="8039"/>
                </a:lnTo>
                <a:lnTo>
                  <a:pt x="367880" y="28168"/>
                </a:lnTo>
                <a:lnTo>
                  <a:pt x="335241" y="58229"/>
                </a:lnTo>
                <a:lnTo>
                  <a:pt x="312293" y="95377"/>
                </a:lnTo>
                <a:lnTo>
                  <a:pt x="298754" y="136740"/>
                </a:lnTo>
                <a:lnTo>
                  <a:pt x="294309" y="179476"/>
                </a:lnTo>
                <a:lnTo>
                  <a:pt x="299656" y="228498"/>
                </a:lnTo>
                <a:lnTo>
                  <a:pt x="315391" y="270268"/>
                </a:lnTo>
                <a:lnTo>
                  <a:pt x="341058" y="304050"/>
                </a:lnTo>
                <a:lnTo>
                  <a:pt x="376212" y="329095"/>
                </a:lnTo>
                <a:lnTo>
                  <a:pt x="420370" y="344665"/>
                </a:lnTo>
                <a:lnTo>
                  <a:pt x="473087" y="350024"/>
                </a:lnTo>
                <a:lnTo>
                  <a:pt x="506285" y="348729"/>
                </a:lnTo>
                <a:lnTo>
                  <a:pt x="537819" y="344805"/>
                </a:lnTo>
                <a:lnTo>
                  <a:pt x="567296" y="338175"/>
                </a:lnTo>
                <a:lnTo>
                  <a:pt x="594334" y="328790"/>
                </a:lnTo>
                <a:lnTo>
                  <a:pt x="583425" y="272630"/>
                </a:lnTo>
                <a:lnTo>
                  <a:pt x="580631" y="258254"/>
                </a:lnTo>
                <a:lnTo>
                  <a:pt x="559333" y="264541"/>
                </a:lnTo>
                <a:lnTo>
                  <a:pt x="537210" y="269024"/>
                </a:lnTo>
                <a:lnTo>
                  <a:pt x="513676" y="271729"/>
                </a:lnTo>
                <a:lnTo>
                  <a:pt x="488149" y="272630"/>
                </a:lnTo>
                <a:lnTo>
                  <a:pt x="453250" y="268744"/>
                </a:lnTo>
                <a:lnTo>
                  <a:pt x="423684" y="256959"/>
                </a:lnTo>
                <a:lnTo>
                  <a:pt x="402717" y="237083"/>
                </a:lnTo>
                <a:lnTo>
                  <a:pt x="393636" y="208915"/>
                </a:lnTo>
                <a:lnTo>
                  <a:pt x="609396" y="208915"/>
                </a:lnTo>
                <a:lnTo>
                  <a:pt x="610501" y="201828"/>
                </a:lnTo>
                <a:lnTo>
                  <a:pt x="611619" y="192227"/>
                </a:lnTo>
                <a:lnTo>
                  <a:pt x="612482" y="180695"/>
                </a:lnTo>
                <a:lnTo>
                  <a:pt x="612825" y="167817"/>
                </a:lnTo>
                <a:close/>
              </a:path>
              <a:path w="1969770" h="351154">
                <a:moveTo>
                  <a:pt x="960602" y="148628"/>
                </a:moveTo>
                <a:lnTo>
                  <a:pt x="954709" y="95719"/>
                </a:lnTo>
                <a:lnTo>
                  <a:pt x="938136" y="55156"/>
                </a:lnTo>
                <a:lnTo>
                  <a:pt x="912520" y="26581"/>
                </a:lnTo>
                <a:lnTo>
                  <a:pt x="840740" y="4114"/>
                </a:lnTo>
                <a:lnTo>
                  <a:pt x="802805" y="9486"/>
                </a:lnTo>
                <a:lnTo>
                  <a:pt x="773099" y="22948"/>
                </a:lnTo>
                <a:lnTo>
                  <a:pt x="751344" y="40513"/>
                </a:lnTo>
                <a:lnTo>
                  <a:pt x="737298" y="58216"/>
                </a:lnTo>
                <a:lnTo>
                  <a:pt x="735266" y="58216"/>
                </a:lnTo>
                <a:lnTo>
                  <a:pt x="730465" y="11645"/>
                </a:lnTo>
                <a:lnTo>
                  <a:pt x="640054" y="11645"/>
                </a:lnTo>
                <a:lnTo>
                  <a:pt x="641934" y="60706"/>
                </a:lnTo>
                <a:lnTo>
                  <a:pt x="642556" y="88404"/>
                </a:lnTo>
                <a:lnTo>
                  <a:pt x="642797" y="118491"/>
                </a:lnTo>
                <a:lnTo>
                  <a:pt x="642797" y="346595"/>
                </a:lnTo>
                <a:lnTo>
                  <a:pt x="746899" y="346595"/>
                </a:lnTo>
                <a:lnTo>
                  <a:pt x="746899" y="153441"/>
                </a:lnTo>
                <a:lnTo>
                  <a:pt x="747039" y="146291"/>
                </a:lnTo>
                <a:lnTo>
                  <a:pt x="769073" y="100685"/>
                </a:lnTo>
                <a:lnTo>
                  <a:pt x="803757" y="88366"/>
                </a:lnTo>
                <a:lnTo>
                  <a:pt x="827887" y="93637"/>
                </a:lnTo>
                <a:lnTo>
                  <a:pt x="844245" y="108483"/>
                </a:lnTo>
                <a:lnTo>
                  <a:pt x="853541" y="131419"/>
                </a:lnTo>
                <a:lnTo>
                  <a:pt x="856488" y="160972"/>
                </a:lnTo>
                <a:lnTo>
                  <a:pt x="856488" y="346595"/>
                </a:lnTo>
                <a:lnTo>
                  <a:pt x="960602" y="346595"/>
                </a:lnTo>
                <a:lnTo>
                  <a:pt x="960602" y="148628"/>
                </a:lnTo>
                <a:close/>
              </a:path>
              <a:path w="1969770" h="351154">
                <a:moveTo>
                  <a:pt x="1337843" y="171919"/>
                </a:moveTo>
                <a:lnTo>
                  <a:pt x="1332293" y="123990"/>
                </a:lnTo>
                <a:lnTo>
                  <a:pt x="1316304" y="82296"/>
                </a:lnTo>
                <a:lnTo>
                  <a:pt x="1310640" y="74663"/>
                </a:lnTo>
                <a:lnTo>
                  <a:pt x="1290840" y="47955"/>
                </a:lnTo>
                <a:lnTo>
                  <a:pt x="1256868" y="22047"/>
                </a:lnTo>
                <a:lnTo>
                  <a:pt x="1230312" y="11595"/>
                </a:lnTo>
                <a:lnTo>
                  <a:pt x="1230312" y="174663"/>
                </a:lnTo>
                <a:lnTo>
                  <a:pt x="1225804" y="215353"/>
                </a:lnTo>
                <a:lnTo>
                  <a:pt x="1225702" y="216217"/>
                </a:lnTo>
                <a:lnTo>
                  <a:pt x="1212507" y="248208"/>
                </a:lnTo>
                <a:lnTo>
                  <a:pt x="1191590" y="268770"/>
                </a:lnTo>
                <a:lnTo>
                  <a:pt x="1163866" y="276034"/>
                </a:lnTo>
                <a:lnTo>
                  <a:pt x="1134376" y="268401"/>
                </a:lnTo>
                <a:lnTo>
                  <a:pt x="1112926" y="247269"/>
                </a:lnTo>
                <a:lnTo>
                  <a:pt x="1099820" y="215353"/>
                </a:lnTo>
                <a:lnTo>
                  <a:pt x="1095375" y="175348"/>
                </a:lnTo>
                <a:lnTo>
                  <a:pt x="1099146" y="138811"/>
                </a:lnTo>
                <a:lnTo>
                  <a:pt x="1111135" y="106502"/>
                </a:lnTo>
                <a:lnTo>
                  <a:pt x="1132306" y="83515"/>
                </a:lnTo>
                <a:lnTo>
                  <a:pt x="1132154" y="83515"/>
                </a:lnTo>
                <a:lnTo>
                  <a:pt x="1163866" y="74663"/>
                </a:lnTo>
                <a:lnTo>
                  <a:pt x="1194752" y="83515"/>
                </a:lnTo>
                <a:lnTo>
                  <a:pt x="1194333" y="83515"/>
                </a:lnTo>
                <a:lnTo>
                  <a:pt x="1214805" y="106159"/>
                </a:lnTo>
                <a:lnTo>
                  <a:pt x="1226578" y="138226"/>
                </a:lnTo>
                <a:lnTo>
                  <a:pt x="1230312" y="174663"/>
                </a:lnTo>
                <a:lnTo>
                  <a:pt x="1230312" y="11595"/>
                </a:lnTo>
                <a:lnTo>
                  <a:pt x="1215364" y="5702"/>
                </a:lnTo>
                <a:lnTo>
                  <a:pt x="1167295" y="0"/>
                </a:lnTo>
                <a:lnTo>
                  <a:pt x="1115822" y="5702"/>
                </a:lnTo>
                <a:lnTo>
                  <a:pt x="1116241" y="5702"/>
                </a:lnTo>
                <a:lnTo>
                  <a:pt x="1072565" y="22047"/>
                </a:lnTo>
                <a:lnTo>
                  <a:pt x="1036980" y="48209"/>
                </a:lnTo>
                <a:lnTo>
                  <a:pt x="1010310" y="83515"/>
                </a:lnTo>
                <a:lnTo>
                  <a:pt x="993609" y="127076"/>
                </a:lnTo>
                <a:lnTo>
                  <a:pt x="987831" y="178079"/>
                </a:lnTo>
                <a:lnTo>
                  <a:pt x="993787" y="227736"/>
                </a:lnTo>
                <a:lnTo>
                  <a:pt x="993863" y="228447"/>
                </a:lnTo>
                <a:lnTo>
                  <a:pt x="1010996" y="270929"/>
                </a:lnTo>
                <a:lnTo>
                  <a:pt x="1037742" y="304977"/>
                </a:lnTo>
                <a:lnTo>
                  <a:pt x="1072667" y="329996"/>
                </a:lnTo>
                <a:lnTo>
                  <a:pt x="1114285" y="345427"/>
                </a:lnTo>
                <a:lnTo>
                  <a:pt x="1161122" y="350697"/>
                </a:lnTo>
                <a:lnTo>
                  <a:pt x="1205369" y="345960"/>
                </a:lnTo>
                <a:lnTo>
                  <a:pt x="1246822" y="331597"/>
                </a:lnTo>
                <a:lnTo>
                  <a:pt x="1283131" y="307289"/>
                </a:lnTo>
                <a:lnTo>
                  <a:pt x="1309230" y="276034"/>
                </a:lnTo>
                <a:lnTo>
                  <a:pt x="1311973" y="272757"/>
                </a:lnTo>
                <a:lnTo>
                  <a:pt x="1330985" y="227736"/>
                </a:lnTo>
                <a:lnTo>
                  <a:pt x="1337843" y="171919"/>
                </a:lnTo>
                <a:close/>
              </a:path>
              <a:path w="1969770" h="351154">
                <a:moveTo>
                  <a:pt x="1636318" y="13716"/>
                </a:moveTo>
                <a:lnTo>
                  <a:pt x="1618513" y="8216"/>
                </a:lnTo>
                <a:lnTo>
                  <a:pt x="1598650" y="4127"/>
                </a:lnTo>
                <a:lnTo>
                  <a:pt x="1577759" y="1574"/>
                </a:lnTo>
                <a:lnTo>
                  <a:pt x="1556867" y="698"/>
                </a:lnTo>
                <a:lnTo>
                  <a:pt x="1499374" y="7086"/>
                </a:lnTo>
                <a:lnTo>
                  <a:pt x="1451737" y="25107"/>
                </a:lnTo>
                <a:lnTo>
                  <a:pt x="1414221" y="53009"/>
                </a:lnTo>
                <a:lnTo>
                  <a:pt x="1387094" y="89077"/>
                </a:lnTo>
                <a:lnTo>
                  <a:pt x="1370622" y="131584"/>
                </a:lnTo>
                <a:lnTo>
                  <a:pt x="1365072" y="178790"/>
                </a:lnTo>
                <a:lnTo>
                  <a:pt x="1370698" y="227850"/>
                </a:lnTo>
                <a:lnTo>
                  <a:pt x="1387017" y="269760"/>
                </a:lnTo>
                <a:lnTo>
                  <a:pt x="1413192" y="303707"/>
                </a:lnTo>
                <a:lnTo>
                  <a:pt x="1448384" y="328917"/>
                </a:lnTo>
                <a:lnTo>
                  <a:pt x="1491767" y="344614"/>
                </a:lnTo>
                <a:lnTo>
                  <a:pt x="1542478" y="350024"/>
                </a:lnTo>
                <a:lnTo>
                  <a:pt x="1571205" y="348818"/>
                </a:lnTo>
                <a:lnTo>
                  <a:pt x="1618869" y="340487"/>
                </a:lnTo>
                <a:lnTo>
                  <a:pt x="1623314" y="257543"/>
                </a:lnTo>
                <a:lnTo>
                  <a:pt x="1610817" y="262153"/>
                </a:lnTo>
                <a:lnTo>
                  <a:pt x="1596847" y="265595"/>
                </a:lnTo>
                <a:lnTo>
                  <a:pt x="1581200" y="267766"/>
                </a:lnTo>
                <a:lnTo>
                  <a:pt x="1563712" y="268516"/>
                </a:lnTo>
                <a:lnTo>
                  <a:pt x="1527987" y="262420"/>
                </a:lnTo>
                <a:lnTo>
                  <a:pt x="1498815" y="244449"/>
                </a:lnTo>
                <a:lnTo>
                  <a:pt x="1479156" y="215061"/>
                </a:lnTo>
                <a:lnTo>
                  <a:pt x="1471942" y="174675"/>
                </a:lnTo>
                <a:lnTo>
                  <a:pt x="1477962" y="136893"/>
                </a:lnTo>
                <a:lnTo>
                  <a:pt x="1495996" y="107213"/>
                </a:lnTo>
                <a:lnTo>
                  <a:pt x="1524431" y="87795"/>
                </a:lnTo>
                <a:lnTo>
                  <a:pt x="1561655" y="80835"/>
                </a:lnTo>
                <a:lnTo>
                  <a:pt x="1580578" y="81673"/>
                </a:lnTo>
                <a:lnTo>
                  <a:pt x="1596415" y="83921"/>
                </a:lnTo>
                <a:lnTo>
                  <a:pt x="1609432" y="87185"/>
                </a:lnTo>
                <a:lnTo>
                  <a:pt x="1619872" y="91097"/>
                </a:lnTo>
                <a:lnTo>
                  <a:pt x="1636318" y="13716"/>
                </a:lnTo>
                <a:close/>
              </a:path>
              <a:path w="1969770" h="351154">
                <a:moveTo>
                  <a:pt x="1969706" y="343166"/>
                </a:moveTo>
                <a:lnTo>
                  <a:pt x="1967141" y="327291"/>
                </a:lnTo>
                <a:lnTo>
                  <a:pt x="1965604" y="309587"/>
                </a:lnTo>
                <a:lnTo>
                  <a:pt x="1965426" y="307632"/>
                </a:lnTo>
                <a:lnTo>
                  <a:pt x="1964550" y="286537"/>
                </a:lnTo>
                <a:lnTo>
                  <a:pt x="1964512" y="285661"/>
                </a:lnTo>
                <a:lnTo>
                  <a:pt x="1964423" y="277406"/>
                </a:lnTo>
                <a:lnTo>
                  <a:pt x="1964296" y="267550"/>
                </a:lnTo>
                <a:lnTo>
                  <a:pt x="1964245" y="184937"/>
                </a:lnTo>
                <a:lnTo>
                  <a:pt x="1964245" y="145211"/>
                </a:lnTo>
                <a:lnTo>
                  <a:pt x="1959711" y="99593"/>
                </a:lnTo>
                <a:lnTo>
                  <a:pt x="1944801" y="59766"/>
                </a:lnTo>
                <a:lnTo>
                  <a:pt x="1917484" y="28232"/>
                </a:lnTo>
                <a:lnTo>
                  <a:pt x="1875777" y="7467"/>
                </a:lnTo>
                <a:lnTo>
                  <a:pt x="1863547" y="5905"/>
                </a:lnTo>
                <a:lnTo>
                  <a:pt x="1863547" y="184937"/>
                </a:lnTo>
                <a:lnTo>
                  <a:pt x="1863547" y="227406"/>
                </a:lnTo>
                <a:lnTo>
                  <a:pt x="1841373" y="266192"/>
                </a:lnTo>
                <a:lnTo>
                  <a:pt x="1807375" y="277406"/>
                </a:lnTo>
                <a:lnTo>
                  <a:pt x="1791131" y="274955"/>
                </a:lnTo>
                <a:lnTo>
                  <a:pt x="1778101" y="267550"/>
                </a:lnTo>
                <a:lnTo>
                  <a:pt x="1769440" y="255155"/>
                </a:lnTo>
                <a:lnTo>
                  <a:pt x="1766290" y="237680"/>
                </a:lnTo>
                <a:lnTo>
                  <a:pt x="1773783" y="212674"/>
                </a:lnTo>
                <a:lnTo>
                  <a:pt x="1794370" y="196405"/>
                </a:lnTo>
                <a:lnTo>
                  <a:pt x="1825244" y="187591"/>
                </a:lnTo>
                <a:lnTo>
                  <a:pt x="1863547" y="184937"/>
                </a:lnTo>
                <a:lnTo>
                  <a:pt x="1863547" y="5905"/>
                </a:lnTo>
                <a:lnTo>
                  <a:pt x="1817674" y="0"/>
                </a:lnTo>
                <a:lnTo>
                  <a:pt x="1774888" y="2882"/>
                </a:lnTo>
                <a:lnTo>
                  <a:pt x="1738464" y="10185"/>
                </a:lnTo>
                <a:lnTo>
                  <a:pt x="1709102" y="19939"/>
                </a:lnTo>
                <a:lnTo>
                  <a:pt x="1687512" y="30149"/>
                </a:lnTo>
                <a:lnTo>
                  <a:pt x="1706702" y="97256"/>
                </a:lnTo>
                <a:lnTo>
                  <a:pt x="1725574" y="87528"/>
                </a:lnTo>
                <a:lnTo>
                  <a:pt x="1748307" y="79451"/>
                </a:lnTo>
                <a:lnTo>
                  <a:pt x="1773351" y="73952"/>
                </a:lnTo>
                <a:lnTo>
                  <a:pt x="1799158" y="71907"/>
                </a:lnTo>
                <a:lnTo>
                  <a:pt x="1830349" y="76161"/>
                </a:lnTo>
                <a:lnTo>
                  <a:pt x="1848904" y="86893"/>
                </a:lnTo>
                <a:lnTo>
                  <a:pt x="1857819" y="101104"/>
                </a:lnTo>
                <a:lnTo>
                  <a:pt x="1860130" y="115760"/>
                </a:lnTo>
                <a:lnTo>
                  <a:pt x="1860130" y="119875"/>
                </a:lnTo>
                <a:lnTo>
                  <a:pt x="1804416" y="123317"/>
                </a:lnTo>
                <a:lnTo>
                  <a:pt x="1756498" y="133743"/>
                </a:lnTo>
                <a:lnTo>
                  <a:pt x="1717395" y="151282"/>
                </a:lnTo>
                <a:lnTo>
                  <a:pt x="1688185" y="176085"/>
                </a:lnTo>
                <a:lnTo>
                  <a:pt x="1669884" y="208254"/>
                </a:lnTo>
                <a:lnTo>
                  <a:pt x="1663547" y="247954"/>
                </a:lnTo>
                <a:lnTo>
                  <a:pt x="1670926" y="286537"/>
                </a:lnTo>
                <a:lnTo>
                  <a:pt x="1692224" y="319354"/>
                </a:lnTo>
                <a:lnTo>
                  <a:pt x="1726247" y="342163"/>
                </a:lnTo>
                <a:lnTo>
                  <a:pt x="1771764" y="350697"/>
                </a:lnTo>
                <a:lnTo>
                  <a:pt x="1800428" y="348030"/>
                </a:lnTo>
                <a:lnTo>
                  <a:pt x="1826387" y="340169"/>
                </a:lnTo>
                <a:lnTo>
                  <a:pt x="1849018" y="327291"/>
                </a:lnTo>
                <a:lnTo>
                  <a:pt x="1867662" y="309587"/>
                </a:lnTo>
                <a:lnTo>
                  <a:pt x="1869706" y="309587"/>
                </a:lnTo>
                <a:lnTo>
                  <a:pt x="1875878" y="343166"/>
                </a:lnTo>
                <a:lnTo>
                  <a:pt x="1969706" y="343166"/>
                </a:lnTo>
                <a:close/>
              </a:path>
            </a:pathLst>
          </a:custGeom>
          <a:solidFill>
            <a:srgbClr val="0000FC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092" dirty="0"/>
          </a:p>
        </p:txBody>
      </p:sp>
      <p:grpSp>
        <p:nvGrpSpPr>
          <p:cNvPr id="14" name="Grup 13">
            <a:extLst>
              <a:ext uri="{FF2B5EF4-FFF2-40B4-BE49-F238E27FC236}">
                <a16:creationId xmlns:a16="http://schemas.microsoft.com/office/drawing/2014/main" id="{F9622AA6-3E63-2F19-D891-36FBB03E38FA}"/>
              </a:ext>
            </a:extLst>
          </p:cNvPr>
          <p:cNvGrpSpPr/>
          <p:nvPr/>
        </p:nvGrpSpPr>
        <p:grpSpPr>
          <a:xfrm>
            <a:off x="1359210" y="1998199"/>
            <a:ext cx="9202994" cy="2526710"/>
            <a:chOff x="1457532" y="2260102"/>
            <a:chExt cx="9202994" cy="2526710"/>
          </a:xfrm>
        </p:grpSpPr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F05EFF69-9251-8A50-F825-C3EEDA85CA4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57532" y="2260102"/>
              <a:ext cx="9202994" cy="1798534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73DA96D-46C3-909A-57EF-1DD900173431}"/>
                </a:ext>
              </a:extLst>
            </p:cNvPr>
            <p:cNvSpPr txBox="1"/>
            <p:nvPr/>
          </p:nvSpPr>
          <p:spPr>
            <a:xfrm>
              <a:off x="1539965" y="4217263"/>
              <a:ext cx="1745606" cy="341632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dirty="0">
                  <a:solidFill>
                    <a:srgbClr val="4A5568"/>
                  </a:solidFill>
                  <a:latin typeface="+mj-lt"/>
                </a:rPr>
                <a:t>Analiz </a:t>
              </a:r>
              <a:r>
                <a:rPr sz="1600" b="1" dirty="0" err="1">
                  <a:solidFill>
                    <a:srgbClr val="4A5568"/>
                  </a:solidFill>
                  <a:latin typeface="+mj-lt"/>
                </a:rPr>
                <a:t>ve</a:t>
              </a:r>
              <a:r>
                <a:rPr sz="1600" b="1" dirty="0">
                  <a:solidFill>
                    <a:srgbClr val="4A5568"/>
                  </a:solidFill>
                  <a:latin typeface="+mj-lt"/>
                </a:rPr>
                <a:t> </a:t>
              </a:r>
              <a:r>
                <a:rPr sz="1600" b="1" dirty="0" err="1">
                  <a:solidFill>
                    <a:srgbClr val="4A5568"/>
                  </a:solidFill>
                  <a:latin typeface="+mj-lt"/>
                </a:rPr>
                <a:t>Planlama</a:t>
              </a:r>
              <a:endParaRPr sz="1600" b="1" dirty="0">
                <a:solidFill>
                  <a:srgbClr val="4A5568"/>
                </a:solidFill>
                <a:latin typeface="+mj-lt"/>
              </a:endParaRPr>
            </a:p>
          </p:txBody>
        </p:sp>
        <p:sp>
          <p:nvSpPr>
            <p:cNvPr id="11" name="TextBox 12">
              <a:extLst>
                <a:ext uri="{FF2B5EF4-FFF2-40B4-BE49-F238E27FC236}">
                  <a16:creationId xmlns:a16="http://schemas.microsoft.com/office/drawing/2014/main" id="{110EC29A-3601-2DFD-921E-D210C11B5B59}"/>
                </a:ext>
              </a:extLst>
            </p:cNvPr>
            <p:cNvSpPr txBox="1"/>
            <p:nvPr/>
          </p:nvSpPr>
          <p:spPr>
            <a:xfrm>
              <a:off x="3961895" y="4121700"/>
              <a:ext cx="1695407" cy="572464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ctr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dirty="0" err="1">
                  <a:solidFill>
                    <a:srgbClr val="4A5568"/>
                  </a:solidFill>
                  <a:latin typeface="+mj-lt"/>
                </a:rPr>
                <a:t>Sistem</a:t>
              </a:r>
              <a:r>
                <a:rPr sz="1600" b="1" dirty="0">
                  <a:solidFill>
                    <a:srgbClr val="4A5568"/>
                  </a:solidFill>
                  <a:latin typeface="+mj-lt"/>
                </a:rPr>
                <a:t> </a:t>
              </a:r>
              <a:r>
                <a:rPr sz="1600" b="1" dirty="0" err="1">
                  <a:solidFill>
                    <a:srgbClr val="4A5568"/>
                  </a:solidFill>
                  <a:latin typeface="+mj-lt"/>
                </a:rPr>
                <a:t>Entegrasyonu</a:t>
              </a:r>
              <a:endParaRPr sz="1600" b="1" dirty="0">
                <a:solidFill>
                  <a:srgbClr val="4A5568"/>
                </a:solidFill>
                <a:latin typeface="+mj-lt"/>
              </a:endParaRPr>
            </a:p>
          </p:txBody>
        </p:sp>
        <p:sp>
          <p:nvSpPr>
            <p:cNvPr id="12" name="TextBox 15">
              <a:extLst>
                <a:ext uri="{FF2B5EF4-FFF2-40B4-BE49-F238E27FC236}">
                  <a16:creationId xmlns:a16="http://schemas.microsoft.com/office/drawing/2014/main" id="{3614A6EF-7D1D-3AA1-9223-6E0C85179205}"/>
                </a:ext>
              </a:extLst>
            </p:cNvPr>
            <p:cNvSpPr txBox="1"/>
            <p:nvPr/>
          </p:nvSpPr>
          <p:spPr>
            <a:xfrm>
              <a:off x="6416196" y="4214348"/>
              <a:ext cx="1695407" cy="572464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ctr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dirty="0">
                  <a:solidFill>
                    <a:srgbClr val="4A5568"/>
                  </a:solidFill>
                  <a:latin typeface="+mj-lt"/>
                </a:rPr>
                <a:t>Model </a:t>
              </a:r>
              <a:r>
                <a:rPr sz="1600" b="1" dirty="0" err="1">
                  <a:solidFill>
                    <a:srgbClr val="4A5568"/>
                  </a:solidFill>
                  <a:latin typeface="+mj-lt"/>
                </a:rPr>
                <a:t>Eğitimi</a:t>
              </a:r>
              <a:endParaRPr lang="tr-TR" sz="1600" b="1" dirty="0">
                <a:solidFill>
                  <a:srgbClr val="4A5568"/>
                </a:solidFill>
                <a:latin typeface="+mj-lt"/>
              </a:endParaRPr>
            </a:p>
            <a:p>
              <a:pPr algn="ctr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dirty="0" err="1">
                  <a:solidFill>
                    <a:srgbClr val="4A5568"/>
                  </a:solidFill>
                  <a:latin typeface="+mj-lt"/>
                </a:rPr>
                <a:t>ve</a:t>
              </a:r>
              <a:r>
                <a:rPr sz="1600" b="1" dirty="0">
                  <a:solidFill>
                    <a:srgbClr val="4A5568"/>
                  </a:solidFill>
                  <a:latin typeface="+mj-lt"/>
                </a:rPr>
                <a:t> Test</a:t>
              </a:r>
            </a:p>
          </p:txBody>
        </p:sp>
        <p:sp>
          <p:nvSpPr>
            <p:cNvPr id="13" name="TextBox 18">
              <a:extLst>
                <a:ext uri="{FF2B5EF4-FFF2-40B4-BE49-F238E27FC236}">
                  <a16:creationId xmlns:a16="http://schemas.microsoft.com/office/drawing/2014/main" id="{AAB07589-5EBD-C8B0-6694-7923B6EEEF3B}"/>
                </a:ext>
              </a:extLst>
            </p:cNvPr>
            <p:cNvSpPr txBox="1"/>
            <p:nvPr/>
          </p:nvSpPr>
          <p:spPr>
            <a:xfrm>
              <a:off x="9224109" y="4329764"/>
              <a:ext cx="1201034" cy="341632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dirty="0" err="1">
                  <a:solidFill>
                    <a:srgbClr val="4A5568"/>
                  </a:solidFill>
                  <a:latin typeface="+mj-lt"/>
                </a:rPr>
                <a:t>Canlıya</a:t>
              </a:r>
              <a:r>
                <a:rPr sz="1600" b="1" dirty="0">
                  <a:solidFill>
                    <a:srgbClr val="4A5568"/>
                  </a:solidFill>
                  <a:latin typeface="+mj-lt"/>
                </a:rPr>
                <a:t> </a:t>
              </a:r>
              <a:r>
                <a:rPr sz="1600" b="1" dirty="0" err="1">
                  <a:solidFill>
                    <a:srgbClr val="4A5568"/>
                  </a:solidFill>
                  <a:latin typeface="+mj-lt"/>
                </a:rPr>
                <a:t>Alı</a:t>
              </a:r>
              <a:r>
                <a:rPr lang="tr-TR" sz="1600" b="1" dirty="0">
                  <a:solidFill>
                    <a:srgbClr val="4A5568"/>
                  </a:solidFill>
                  <a:latin typeface="+mj-lt"/>
                </a:rPr>
                <a:t>m</a:t>
              </a:r>
              <a:endParaRPr sz="1600" b="1" dirty="0">
                <a:solidFill>
                  <a:srgbClr val="4A5568"/>
                </a:solidFill>
                <a:latin typeface="+mj-lt"/>
              </a:endParaRPr>
            </a:p>
          </p:txBody>
        </p:sp>
      </p:grpSp>
      <p:pic>
        <p:nvPicPr>
          <p:cNvPr id="20" name="Picture 20" descr="image.png">
            <a:extLst>
              <a:ext uri="{FF2B5EF4-FFF2-40B4-BE49-F238E27FC236}">
                <a16:creationId xmlns:a16="http://schemas.microsoft.com/office/drawing/2014/main" id="{0B3EFA87-3649-D4BD-7131-8FAD553A797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05996" y="5262226"/>
            <a:ext cx="595888" cy="493482"/>
          </a:xfrm>
          <a:prstGeom prst="rect">
            <a:avLst/>
          </a:prstGeom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E45EBCF7-4973-08FB-11EC-4C6CEA9C7016}"/>
              </a:ext>
            </a:extLst>
          </p:cNvPr>
          <p:cNvSpPr txBox="1"/>
          <p:nvPr/>
        </p:nvSpPr>
        <p:spPr>
          <a:xfrm>
            <a:off x="4460008" y="5158470"/>
            <a:ext cx="3448316" cy="36413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002060"/>
                </a:solidFill>
                <a:latin typeface="Montserrat"/>
              </a:rPr>
              <a:t>Yolculuğunuzu</a:t>
            </a:r>
            <a:r>
              <a:rPr sz="1435" b="1" dirty="0">
                <a:solidFill>
                  <a:srgbClr val="002060"/>
                </a:solidFill>
                <a:latin typeface="Poppins"/>
              </a:rPr>
              <a:t> </a:t>
            </a:r>
            <a:r>
              <a:rPr sz="1600" b="1" dirty="0" err="1">
                <a:solidFill>
                  <a:srgbClr val="002060"/>
                </a:solidFill>
                <a:latin typeface="Montserrat"/>
              </a:rPr>
              <a:t>Bugün</a:t>
            </a:r>
            <a:r>
              <a:rPr sz="1435" b="1" dirty="0">
                <a:solidFill>
                  <a:srgbClr val="002060"/>
                </a:solidFill>
                <a:latin typeface="Poppins"/>
              </a:rPr>
              <a:t> </a:t>
            </a:r>
            <a:r>
              <a:rPr sz="1600" b="1" dirty="0" err="1">
                <a:solidFill>
                  <a:srgbClr val="002060"/>
                </a:solidFill>
                <a:latin typeface="Montserrat"/>
              </a:rPr>
              <a:t>Başlatın</a:t>
            </a:r>
            <a:endParaRPr sz="1600" b="1" dirty="0">
              <a:solidFill>
                <a:srgbClr val="002060"/>
              </a:solidFill>
              <a:latin typeface="Montserrat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EE74D1C9-110C-2AF5-4082-5EF7F00602DF}"/>
              </a:ext>
            </a:extLst>
          </p:cNvPr>
          <p:cNvSpPr txBox="1"/>
          <p:nvPr/>
        </p:nvSpPr>
        <p:spPr>
          <a:xfrm>
            <a:off x="4117766" y="5579390"/>
            <a:ext cx="4132799" cy="32239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>
                <a:latin typeface="Roboto" panose="02000000000000000000" pitchFamily="2" charset="0"/>
                <a:ea typeface="Roboto" panose="02000000000000000000" pitchFamily="2" charset="0"/>
              </a:rPr>
              <a:t>Entegrasyonu modernize edin ve operasyonları güçlendirin​</a:t>
            </a:r>
            <a:endParaRPr lang="tr-TR" sz="1200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026" name="Picture 2" descr="Seo Generic black fill icon">
            <a:extLst>
              <a:ext uri="{FF2B5EF4-FFF2-40B4-BE49-F238E27FC236}">
                <a16:creationId xmlns:a16="http://schemas.microsoft.com/office/drawing/2014/main" id="{6039FF2F-0A37-1CD0-3472-86DF13D1C2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10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707" y="2575560"/>
            <a:ext cx="647700" cy="64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uzzle Basic Straight Filled icon">
            <a:extLst>
              <a:ext uri="{FF2B5EF4-FFF2-40B4-BE49-F238E27FC236}">
                <a16:creationId xmlns:a16="http://schemas.microsoft.com/office/drawing/2014/main" id="{9B87E23B-2AE3-7476-9B73-64ED4E66E3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2076" y="2504858"/>
            <a:ext cx="718402" cy="718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hecklist Generic Glyph icon">
            <a:extLst>
              <a:ext uri="{FF2B5EF4-FFF2-40B4-BE49-F238E27FC236}">
                <a16:creationId xmlns:a16="http://schemas.microsoft.com/office/drawing/2014/main" id="{9FEC3556-AF44-B307-E3DF-77967A707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7148" y="2584285"/>
            <a:ext cx="649135" cy="649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0" descr="image.png">
            <a:extLst>
              <a:ext uri="{FF2B5EF4-FFF2-40B4-BE49-F238E27FC236}">
                <a16:creationId xmlns:a16="http://schemas.microsoft.com/office/drawing/2014/main" id="{9514B885-D805-D181-769B-0072DE0A3BC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8899000">
            <a:off x="9140666" y="2427717"/>
            <a:ext cx="1053780" cy="872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450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402CE-D530-9C4E-AE4B-7C104AD04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bject 3">
            <a:extLst>
              <a:ext uri="{FF2B5EF4-FFF2-40B4-BE49-F238E27FC236}">
                <a16:creationId xmlns:a16="http://schemas.microsoft.com/office/drawing/2014/main" id="{55CEED5D-C0D8-C490-1F3B-2F9678528250}"/>
              </a:ext>
            </a:extLst>
          </p:cNvPr>
          <p:cNvSpPr>
            <a:spLocks noChangeAspect="1"/>
          </p:cNvSpPr>
          <p:nvPr/>
        </p:nvSpPr>
        <p:spPr>
          <a:xfrm>
            <a:off x="244769" y="-1438805"/>
            <a:ext cx="1314417" cy="3235678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rgbClr val="B6CAFF">
              <a:alpha val="1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3">
            <a:extLst>
              <a:ext uri="{FF2B5EF4-FFF2-40B4-BE49-F238E27FC236}">
                <a16:creationId xmlns:a16="http://schemas.microsoft.com/office/drawing/2014/main" id="{25645105-4FF1-2C6C-A7F5-8DA4D77903FB}"/>
              </a:ext>
            </a:extLst>
          </p:cNvPr>
          <p:cNvSpPr/>
          <p:nvPr/>
        </p:nvSpPr>
        <p:spPr>
          <a:xfrm rot="10800000">
            <a:off x="10696639" y="3616424"/>
            <a:ext cx="1314417" cy="3358950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  <a:alpha val="13998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5">
            <a:extLst>
              <a:ext uri="{FF2B5EF4-FFF2-40B4-BE49-F238E27FC236}">
                <a16:creationId xmlns:a16="http://schemas.microsoft.com/office/drawing/2014/main" id="{9982AD5E-2AE3-A003-35C3-5BD389FE99BB}"/>
              </a:ext>
            </a:extLst>
          </p:cNvPr>
          <p:cNvSpPr/>
          <p:nvPr/>
        </p:nvSpPr>
        <p:spPr>
          <a:xfrm>
            <a:off x="107004" y="6230270"/>
            <a:ext cx="11904051" cy="496126"/>
          </a:xfrm>
          <a:custGeom>
            <a:avLst/>
            <a:gdLst/>
            <a:ahLst/>
            <a:cxnLst/>
            <a:rect l="l" t="t" r="r" b="b"/>
            <a:pathLst>
              <a:path w="17444720" h="795020">
                <a:moveTo>
                  <a:pt x="17155708" y="0"/>
                </a:moveTo>
                <a:lnTo>
                  <a:pt x="288965" y="0"/>
                </a:lnTo>
                <a:lnTo>
                  <a:pt x="242091" y="3782"/>
                </a:lnTo>
                <a:lnTo>
                  <a:pt x="197627" y="14732"/>
                </a:lnTo>
                <a:lnTo>
                  <a:pt x="156166" y="32254"/>
                </a:lnTo>
                <a:lnTo>
                  <a:pt x="118303" y="55754"/>
                </a:lnTo>
                <a:lnTo>
                  <a:pt x="84633" y="84637"/>
                </a:lnTo>
                <a:lnTo>
                  <a:pt x="55751" y="118307"/>
                </a:lnTo>
                <a:lnTo>
                  <a:pt x="32252" y="156170"/>
                </a:lnTo>
                <a:lnTo>
                  <a:pt x="14731" y="197631"/>
                </a:lnTo>
                <a:lnTo>
                  <a:pt x="3781" y="242094"/>
                </a:lnTo>
                <a:lnTo>
                  <a:pt x="0" y="288965"/>
                </a:lnTo>
                <a:lnTo>
                  <a:pt x="0" y="505461"/>
                </a:lnTo>
                <a:lnTo>
                  <a:pt x="3781" y="552331"/>
                </a:lnTo>
                <a:lnTo>
                  <a:pt x="14731" y="596794"/>
                </a:lnTo>
                <a:lnTo>
                  <a:pt x="32252" y="638255"/>
                </a:lnTo>
                <a:lnTo>
                  <a:pt x="55751" y="676118"/>
                </a:lnTo>
                <a:lnTo>
                  <a:pt x="84633" y="709788"/>
                </a:lnTo>
                <a:lnTo>
                  <a:pt x="118303" y="738671"/>
                </a:lnTo>
                <a:lnTo>
                  <a:pt x="156166" y="762171"/>
                </a:lnTo>
                <a:lnTo>
                  <a:pt x="197627" y="779694"/>
                </a:lnTo>
                <a:lnTo>
                  <a:pt x="242091" y="790643"/>
                </a:lnTo>
                <a:lnTo>
                  <a:pt x="288965" y="794426"/>
                </a:lnTo>
                <a:lnTo>
                  <a:pt x="17155708" y="794426"/>
                </a:lnTo>
                <a:lnTo>
                  <a:pt x="17202578" y="790643"/>
                </a:lnTo>
                <a:lnTo>
                  <a:pt x="17247041" y="779694"/>
                </a:lnTo>
                <a:lnTo>
                  <a:pt x="17288502" y="762171"/>
                </a:lnTo>
                <a:lnTo>
                  <a:pt x="17326365" y="738671"/>
                </a:lnTo>
                <a:lnTo>
                  <a:pt x="17360035" y="709788"/>
                </a:lnTo>
                <a:lnTo>
                  <a:pt x="17388918" y="676118"/>
                </a:lnTo>
                <a:lnTo>
                  <a:pt x="17412418" y="638255"/>
                </a:lnTo>
                <a:lnTo>
                  <a:pt x="17429940" y="596794"/>
                </a:lnTo>
                <a:lnTo>
                  <a:pt x="17440890" y="552331"/>
                </a:lnTo>
                <a:lnTo>
                  <a:pt x="17444673" y="505461"/>
                </a:lnTo>
                <a:lnTo>
                  <a:pt x="17444673" y="288965"/>
                </a:lnTo>
                <a:lnTo>
                  <a:pt x="17440890" y="242094"/>
                </a:lnTo>
                <a:lnTo>
                  <a:pt x="17429940" y="197631"/>
                </a:lnTo>
                <a:lnTo>
                  <a:pt x="17412418" y="156170"/>
                </a:lnTo>
                <a:lnTo>
                  <a:pt x="17388918" y="118307"/>
                </a:lnTo>
                <a:lnTo>
                  <a:pt x="17360035" y="84637"/>
                </a:lnTo>
                <a:lnTo>
                  <a:pt x="17326365" y="55754"/>
                </a:lnTo>
                <a:lnTo>
                  <a:pt x="17288502" y="32254"/>
                </a:lnTo>
                <a:lnTo>
                  <a:pt x="17247041" y="14732"/>
                </a:lnTo>
                <a:lnTo>
                  <a:pt x="17202578" y="3782"/>
                </a:lnTo>
                <a:lnTo>
                  <a:pt x="17155708" y="0"/>
                </a:lnTo>
                <a:close/>
              </a:path>
            </a:pathLst>
          </a:custGeom>
          <a:solidFill>
            <a:srgbClr val="DCE8FF">
              <a:alpha val="50000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A7FBDEDE-B2D3-21D3-2BF3-0E8E17B43E74}"/>
              </a:ext>
            </a:extLst>
          </p:cNvPr>
          <p:cNvSpPr>
            <a:spLocks noChangeAspect="1"/>
          </p:cNvSpPr>
          <p:nvPr/>
        </p:nvSpPr>
        <p:spPr>
          <a:xfrm>
            <a:off x="11014675" y="6418761"/>
            <a:ext cx="680836" cy="121376"/>
          </a:xfrm>
          <a:custGeom>
            <a:avLst/>
            <a:gdLst/>
            <a:ahLst/>
            <a:cxnLst/>
            <a:rect l="l" t="t" r="r" b="b"/>
            <a:pathLst>
              <a:path w="1969770" h="351154">
                <a:moveTo>
                  <a:pt x="235800" y="57454"/>
                </a:moveTo>
                <a:lnTo>
                  <a:pt x="0" y="57454"/>
                </a:lnTo>
                <a:lnTo>
                  <a:pt x="0" y="293255"/>
                </a:lnTo>
                <a:lnTo>
                  <a:pt x="235800" y="293255"/>
                </a:lnTo>
                <a:lnTo>
                  <a:pt x="235800" y="57454"/>
                </a:lnTo>
                <a:close/>
              </a:path>
              <a:path w="1969770" h="351154">
                <a:moveTo>
                  <a:pt x="612825" y="167817"/>
                </a:moveTo>
                <a:lnTo>
                  <a:pt x="609282" y="126669"/>
                </a:lnTo>
                <a:lnTo>
                  <a:pt x="598157" y="87655"/>
                </a:lnTo>
                <a:lnTo>
                  <a:pt x="578739" y="53174"/>
                </a:lnTo>
                <a:lnTo>
                  <a:pt x="550316" y="25603"/>
                </a:lnTo>
                <a:lnTo>
                  <a:pt x="516242" y="9283"/>
                </a:lnTo>
                <a:lnTo>
                  <a:pt x="516242" y="137693"/>
                </a:lnTo>
                <a:lnTo>
                  <a:pt x="392950" y="137693"/>
                </a:lnTo>
                <a:lnTo>
                  <a:pt x="397992" y="115531"/>
                </a:lnTo>
                <a:lnTo>
                  <a:pt x="409727" y="93510"/>
                </a:lnTo>
                <a:lnTo>
                  <a:pt x="429158" y="76619"/>
                </a:lnTo>
                <a:lnTo>
                  <a:pt x="457327" y="69875"/>
                </a:lnTo>
                <a:lnTo>
                  <a:pt x="486765" y="76911"/>
                </a:lnTo>
                <a:lnTo>
                  <a:pt x="504761" y="94272"/>
                </a:lnTo>
                <a:lnTo>
                  <a:pt x="513778" y="116395"/>
                </a:lnTo>
                <a:lnTo>
                  <a:pt x="516128" y="136740"/>
                </a:lnTo>
                <a:lnTo>
                  <a:pt x="516242" y="137693"/>
                </a:lnTo>
                <a:lnTo>
                  <a:pt x="516242" y="9283"/>
                </a:lnTo>
                <a:lnTo>
                  <a:pt x="512140" y="7315"/>
                </a:lnTo>
                <a:lnTo>
                  <a:pt x="463499" y="698"/>
                </a:lnTo>
                <a:lnTo>
                  <a:pt x="410540" y="8039"/>
                </a:lnTo>
                <a:lnTo>
                  <a:pt x="367880" y="28168"/>
                </a:lnTo>
                <a:lnTo>
                  <a:pt x="335241" y="58229"/>
                </a:lnTo>
                <a:lnTo>
                  <a:pt x="312293" y="95377"/>
                </a:lnTo>
                <a:lnTo>
                  <a:pt x="298754" y="136740"/>
                </a:lnTo>
                <a:lnTo>
                  <a:pt x="294309" y="179476"/>
                </a:lnTo>
                <a:lnTo>
                  <a:pt x="299656" y="228498"/>
                </a:lnTo>
                <a:lnTo>
                  <a:pt x="315391" y="270268"/>
                </a:lnTo>
                <a:lnTo>
                  <a:pt x="341058" y="304050"/>
                </a:lnTo>
                <a:lnTo>
                  <a:pt x="376212" y="329095"/>
                </a:lnTo>
                <a:lnTo>
                  <a:pt x="420370" y="344665"/>
                </a:lnTo>
                <a:lnTo>
                  <a:pt x="473087" y="350024"/>
                </a:lnTo>
                <a:lnTo>
                  <a:pt x="506285" y="348729"/>
                </a:lnTo>
                <a:lnTo>
                  <a:pt x="537819" y="344805"/>
                </a:lnTo>
                <a:lnTo>
                  <a:pt x="567296" y="338175"/>
                </a:lnTo>
                <a:lnTo>
                  <a:pt x="594334" y="328790"/>
                </a:lnTo>
                <a:lnTo>
                  <a:pt x="583425" y="272630"/>
                </a:lnTo>
                <a:lnTo>
                  <a:pt x="580631" y="258254"/>
                </a:lnTo>
                <a:lnTo>
                  <a:pt x="559333" y="264541"/>
                </a:lnTo>
                <a:lnTo>
                  <a:pt x="537210" y="269024"/>
                </a:lnTo>
                <a:lnTo>
                  <a:pt x="513676" y="271729"/>
                </a:lnTo>
                <a:lnTo>
                  <a:pt x="488149" y="272630"/>
                </a:lnTo>
                <a:lnTo>
                  <a:pt x="453250" y="268744"/>
                </a:lnTo>
                <a:lnTo>
                  <a:pt x="423684" y="256959"/>
                </a:lnTo>
                <a:lnTo>
                  <a:pt x="402717" y="237083"/>
                </a:lnTo>
                <a:lnTo>
                  <a:pt x="393636" y="208915"/>
                </a:lnTo>
                <a:lnTo>
                  <a:pt x="609396" y="208915"/>
                </a:lnTo>
                <a:lnTo>
                  <a:pt x="610501" y="201828"/>
                </a:lnTo>
                <a:lnTo>
                  <a:pt x="611619" y="192227"/>
                </a:lnTo>
                <a:lnTo>
                  <a:pt x="612482" y="180695"/>
                </a:lnTo>
                <a:lnTo>
                  <a:pt x="612825" y="167817"/>
                </a:lnTo>
                <a:close/>
              </a:path>
              <a:path w="1969770" h="351154">
                <a:moveTo>
                  <a:pt x="960602" y="148628"/>
                </a:moveTo>
                <a:lnTo>
                  <a:pt x="954709" y="95719"/>
                </a:lnTo>
                <a:lnTo>
                  <a:pt x="938136" y="55156"/>
                </a:lnTo>
                <a:lnTo>
                  <a:pt x="912520" y="26581"/>
                </a:lnTo>
                <a:lnTo>
                  <a:pt x="840740" y="4114"/>
                </a:lnTo>
                <a:lnTo>
                  <a:pt x="802805" y="9486"/>
                </a:lnTo>
                <a:lnTo>
                  <a:pt x="773099" y="22948"/>
                </a:lnTo>
                <a:lnTo>
                  <a:pt x="751344" y="40513"/>
                </a:lnTo>
                <a:lnTo>
                  <a:pt x="737298" y="58216"/>
                </a:lnTo>
                <a:lnTo>
                  <a:pt x="735266" y="58216"/>
                </a:lnTo>
                <a:lnTo>
                  <a:pt x="730465" y="11645"/>
                </a:lnTo>
                <a:lnTo>
                  <a:pt x="640054" y="11645"/>
                </a:lnTo>
                <a:lnTo>
                  <a:pt x="641934" y="60706"/>
                </a:lnTo>
                <a:lnTo>
                  <a:pt x="642556" y="88404"/>
                </a:lnTo>
                <a:lnTo>
                  <a:pt x="642797" y="118491"/>
                </a:lnTo>
                <a:lnTo>
                  <a:pt x="642797" y="346595"/>
                </a:lnTo>
                <a:lnTo>
                  <a:pt x="746899" y="346595"/>
                </a:lnTo>
                <a:lnTo>
                  <a:pt x="746899" y="153441"/>
                </a:lnTo>
                <a:lnTo>
                  <a:pt x="747039" y="146291"/>
                </a:lnTo>
                <a:lnTo>
                  <a:pt x="769073" y="100685"/>
                </a:lnTo>
                <a:lnTo>
                  <a:pt x="803757" y="88366"/>
                </a:lnTo>
                <a:lnTo>
                  <a:pt x="827887" y="93637"/>
                </a:lnTo>
                <a:lnTo>
                  <a:pt x="844245" y="108483"/>
                </a:lnTo>
                <a:lnTo>
                  <a:pt x="853541" y="131419"/>
                </a:lnTo>
                <a:lnTo>
                  <a:pt x="856488" y="160972"/>
                </a:lnTo>
                <a:lnTo>
                  <a:pt x="856488" y="346595"/>
                </a:lnTo>
                <a:lnTo>
                  <a:pt x="960602" y="346595"/>
                </a:lnTo>
                <a:lnTo>
                  <a:pt x="960602" y="148628"/>
                </a:lnTo>
                <a:close/>
              </a:path>
              <a:path w="1969770" h="351154">
                <a:moveTo>
                  <a:pt x="1337843" y="171919"/>
                </a:moveTo>
                <a:lnTo>
                  <a:pt x="1332293" y="123990"/>
                </a:lnTo>
                <a:lnTo>
                  <a:pt x="1316304" y="82296"/>
                </a:lnTo>
                <a:lnTo>
                  <a:pt x="1310640" y="74663"/>
                </a:lnTo>
                <a:lnTo>
                  <a:pt x="1290840" y="47955"/>
                </a:lnTo>
                <a:lnTo>
                  <a:pt x="1256868" y="22047"/>
                </a:lnTo>
                <a:lnTo>
                  <a:pt x="1230312" y="11595"/>
                </a:lnTo>
                <a:lnTo>
                  <a:pt x="1230312" y="174663"/>
                </a:lnTo>
                <a:lnTo>
                  <a:pt x="1225804" y="215353"/>
                </a:lnTo>
                <a:lnTo>
                  <a:pt x="1225702" y="216217"/>
                </a:lnTo>
                <a:lnTo>
                  <a:pt x="1212507" y="248208"/>
                </a:lnTo>
                <a:lnTo>
                  <a:pt x="1191590" y="268770"/>
                </a:lnTo>
                <a:lnTo>
                  <a:pt x="1163866" y="276034"/>
                </a:lnTo>
                <a:lnTo>
                  <a:pt x="1134376" y="268401"/>
                </a:lnTo>
                <a:lnTo>
                  <a:pt x="1112926" y="247269"/>
                </a:lnTo>
                <a:lnTo>
                  <a:pt x="1099820" y="215353"/>
                </a:lnTo>
                <a:lnTo>
                  <a:pt x="1095375" y="175348"/>
                </a:lnTo>
                <a:lnTo>
                  <a:pt x="1099146" y="138811"/>
                </a:lnTo>
                <a:lnTo>
                  <a:pt x="1111135" y="106502"/>
                </a:lnTo>
                <a:lnTo>
                  <a:pt x="1132306" y="83515"/>
                </a:lnTo>
                <a:lnTo>
                  <a:pt x="1132154" y="83515"/>
                </a:lnTo>
                <a:lnTo>
                  <a:pt x="1163866" y="74663"/>
                </a:lnTo>
                <a:lnTo>
                  <a:pt x="1194752" y="83515"/>
                </a:lnTo>
                <a:lnTo>
                  <a:pt x="1194333" y="83515"/>
                </a:lnTo>
                <a:lnTo>
                  <a:pt x="1214805" y="106159"/>
                </a:lnTo>
                <a:lnTo>
                  <a:pt x="1226578" y="138226"/>
                </a:lnTo>
                <a:lnTo>
                  <a:pt x="1230312" y="174663"/>
                </a:lnTo>
                <a:lnTo>
                  <a:pt x="1230312" y="11595"/>
                </a:lnTo>
                <a:lnTo>
                  <a:pt x="1215364" y="5702"/>
                </a:lnTo>
                <a:lnTo>
                  <a:pt x="1167295" y="0"/>
                </a:lnTo>
                <a:lnTo>
                  <a:pt x="1115822" y="5702"/>
                </a:lnTo>
                <a:lnTo>
                  <a:pt x="1116241" y="5702"/>
                </a:lnTo>
                <a:lnTo>
                  <a:pt x="1072565" y="22047"/>
                </a:lnTo>
                <a:lnTo>
                  <a:pt x="1036980" y="48209"/>
                </a:lnTo>
                <a:lnTo>
                  <a:pt x="1010310" y="83515"/>
                </a:lnTo>
                <a:lnTo>
                  <a:pt x="993609" y="127076"/>
                </a:lnTo>
                <a:lnTo>
                  <a:pt x="987831" y="178079"/>
                </a:lnTo>
                <a:lnTo>
                  <a:pt x="993787" y="227736"/>
                </a:lnTo>
                <a:lnTo>
                  <a:pt x="993863" y="228447"/>
                </a:lnTo>
                <a:lnTo>
                  <a:pt x="1010996" y="270929"/>
                </a:lnTo>
                <a:lnTo>
                  <a:pt x="1037742" y="304977"/>
                </a:lnTo>
                <a:lnTo>
                  <a:pt x="1072667" y="329996"/>
                </a:lnTo>
                <a:lnTo>
                  <a:pt x="1114285" y="345427"/>
                </a:lnTo>
                <a:lnTo>
                  <a:pt x="1161122" y="350697"/>
                </a:lnTo>
                <a:lnTo>
                  <a:pt x="1205369" y="345960"/>
                </a:lnTo>
                <a:lnTo>
                  <a:pt x="1246822" y="331597"/>
                </a:lnTo>
                <a:lnTo>
                  <a:pt x="1283131" y="307289"/>
                </a:lnTo>
                <a:lnTo>
                  <a:pt x="1309230" y="276034"/>
                </a:lnTo>
                <a:lnTo>
                  <a:pt x="1311973" y="272757"/>
                </a:lnTo>
                <a:lnTo>
                  <a:pt x="1330985" y="227736"/>
                </a:lnTo>
                <a:lnTo>
                  <a:pt x="1337843" y="171919"/>
                </a:lnTo>
                <a:close/>
              </a:path>
              <a:path w="1969770" h="351154">
                <a:moveTo>
                  <a:pt x="1636318" y="13716"/>
                </a:moveTo>
                <a:lnTo>
                  <a:pt x="1618513" y="8216"/>
                </a:lnTo>
                <a:lnTo>
                  <a:pt x="1598650" y="4127"/>
                </a:lnTo>
                <a:lnTo>
                  <a:pt x="1577759" y="1574"/>
                </a:lnTo>
                <a:lnTo>
                  <a:pt x="1556867" y="698"/>
                </a:lnTo>
                <a:lnTo>
                  <a:pt x="1499374" y="7086"/>
                </a:lnTo>
                <a:lnTo>
                  <a:pt x="1451737" y="25107"/>
                </a:lnTo>
                <a:lnTo>
                  <a:pt x="1414221" y="53009"/>
                </a:lnTo>
                <a:lnTo>
                  <a:pt x="1387094" y="89077"/>
                </a:lnTo>
                <a:lnTo>
                  <a:pt x="1370622" y="131584"/>
                </a:lnTo>
                <a:lnTo>
                  <a:pt x="1365072" y="178790"/>
                </a:lnTo>
                <a:lnTo>
                  <a:pt x="1370698" y="227850"/>
                </a:lnTo>
                <a:lnTo>
                  <a:pt x="1387017" y="269760"/>
                </a:lnTo>
                <a:lnTo>
                  <a:pt x="1413192" y="303707"/>
                </a:lnTo>
                <a:lnTo>
                  <a:pt x="1448384" y="328917"/>
                </a:lnTo>
                <a:lnTo>
                  <a:pt x="1491767" y="344614"/>
                </a:lnTo>
                <a:lnTo>
                  <a:pt x="1542478" y="350024"/>
                </a:lnTo>
                <a:lnTo>
                  <a:pt x="1571205" y="348818"/>
                </a:lnTo>
                <a:lnTo>
                  <a:pt x="1618869" y="340487"/>
                </a:lnTo>
                <a:lnTo>
                  <a:pt x="1623314" y="257543"/>
                </a:lnTo>
                <a:lnTo>
                  <a:pt x="1610817" y="262153"/>
                </a:lnTo>
                <a:lnTo>
                  <a:pt x="1596847" y="265595"/>
                </a:lnTo>
                <a:lnTo>
                  <a:pt x="1581200" y="267766"/>
                </a:lnTo>
                <a:lnTo>
                  <a:pt x="1563712" y="268516"/>
                </a:lnTo>
                <a:lnTo>
                  <a:pt x="1527987" y="262420"/>
                </a:lnTo>
                <a:lnTo>
                  <a:pt x="1498815" y="244449"/>
                </a:lnTo>
                <a:lnTo>
                  <a:pt x="1479156" y="215061"/>
                </a:lnTo>
                <a:lnTo>
                  <a:pt x="1471942" y="174675"/>
                </a:lnTo>
                <a:lnTo>
                  <a:pt x="1477962" y="136893"/>
                </a:lnTo>
                <a:lnTo>
                  <a:pt x="1495996" y="107213"/>
                </a:lnTo>
                <a:lnTo>
                  <a:pt x="1524431" y="87795"/>
                </a:lnTo>
                <a:lnTo>
                  <a:pt x="1561655" y="80835"/>
                </a:lnTo>
                <a:lnTo>
                  <a:pt x="1580578" y="81673"/>
                </a:lnTo>
                <a:lnTo>
                  <a:pt x="1596415" y="83921"/>
                </a:lnTo>
                <a:lnTo>
                  <a:pt x="1609432" y="87185"/>
                </a:lnTo>
                <a:lnTo>
                  <a:pt x="1619872" y="91097"/>
                </a:lnTo>
                <a:lnTo>
                  <a:pt x="1636318" y="13716"/>
                </a:lnTo>
                <a:close/>
              </a:path>
              <a:path w="1969770" h="351154">
                <a:moveTo>
                  <a:pt x="1969706" y="343166"/>
                </a:moveTo>
                <a:lnTo>
                  <a:pt x="1967141" y="327291"/>
                </a:lnTo>
                <a:lnTo>
                  <a:pt x="1965604" y="309587"/>
                </a:lnTo>
                <a:lnTo>
                  <a:pt x="1965426" y="307632"/>
                </a:lnTo>
                <a:lnTo>
                  <a:pt x="1964550" y="286537"/>
                </a:lnTo>
                <a:lnTo>
                  <a:pt x="1964512" y="285661"/>
                </a:lnTo>
                <a:lnTo>
                  <a:pt x="1964423" y="277406"/>
                </a:lnTo>
                <a:lnTo>
                  <a:pt x="1964296" y="267550"/>
                </a:lnTo>
                <a:lnTo>
                  <a:pt x="1964245" y="184937"/>
                </a:lnTo>
                <a:lnTo>
                  <a:pt x="1964245" y="145211"/>
                </a:lnTo>
                <a:lnTo>
                  <a:pt x="1959711" y="99593"/>
                </a:lnTo>
                <a:lnTo>
                  <a:pt x="1944801" y="59766"/>
                </a:lnTo>
                <a:lnTo>
                  <a:pt x="1917484" y="28232"/>
                </a:lnTo>
                <a:lnTo>
                  <a:pt x="1875777" y="7467"/>
                </a:lnTo>
                <a:lnTo>
                  <a:pt x="1863547" y="5905"/>
                </a:lnTo>
                <a:lnTo>
                  <a:pt x="1863547" y="184937"/>
                </a:lnTo>
                <a:lnTo>
                  <a:pt x="1863547" y="227406"/>
                </a:lnTo>
                <a:lnTo>
                  <a:pt x="1841373" y="266192"/>
                </a:lnTo>
                <a:lnTo>
                  <a:pt x="1807375" y="277406"/>
                </a:lnTo>
                <a:lnTo>
                  <a:pt x="1791131" y="274955"/>
                </a:lnTo>
                <a:lnTo>
                  <a:pt x="1778101" y="267550"/>
                </a:lnTo>
                <a:lnTo>
                  <a:pt x="1769440" y="255155"/>
                </a:lnTo>
                <a:lnTo>
                  <a:pt x="1766290" y="237680"/>
                </a:lnTo>
                <a:lnTo>
                  <a:pt x="1773783" y="212674"/>
                </a:lnTo>
                <a:lnTo>
                  <a:pt x="1794370" y="196405"/>
                </a:lnTo>
                <a:lnTo>
                  <a:pt x="1825244" y="187591"/>
                </a:lnTo>
                <a:lnTo>
                  <a:pt x="1863547" y="184937"/>
                </a:lnTo>
                <a:lnTo>
                  <a:pt x="1863547" y="5905"/>
                </a:lnTo>
                <a:lnTo>
                  <a:pt x="1817674" y="0"/>
                </a:lnTo>
                <a:lnTo>
                  <a:pt x="1774888" y="2882"/>
                </a:lnTo>
                <a:lnTo>
                  <a:pt x="1738464" y="10185"/>
                </a:lnTo>
                <a:lnTo>
                  <a:pt x="1709102" y="19939"/>
                </a:lnTo>
                <a:lnTo>
                  <a:pt x="1687512" y="30149"/>
                </a:lnTo>
                <a:lnTo>
                  <a:pt x="1706702" y="97256"/>
                </a:lnTo>
                <a:lnTo>
                  <a:pt x="1725574" y="87528"/>
                </a:lnTo>
                <a:lnTo>
                  <a:pt x="1748307" y="79451"/>
                </a:lnTo>
                <a:lnTo>
                  <a:pt x="1773351" y="73952"/>
                </a:lnTo>
                <a:lnTo>
                  <a:pt x="1799158" y="71907"/>
                </a:lnTo>
                <a:lnTo>
                  <a:pt x="1830349" y="76161"/>
                </a:lnTo>
                <a:lnTo>
                  <a:pt x="1848904" y="86893"/>
                </a:lnTo>
                <a:lnTo>
                  <a:pt x="1857819" y="101104"/>
                </a:lnTo>
                <a:lnTo>
                  <a:pt x="1860130" y="115760"/>
                </a:lnTo>
                <a:lnTo>
                  <a:pt x="1860130" y="119875"/>
                </a:lnTo>
                <a:lnTo>
                  <a:pt x="1804416" y="123317"/>
                </a:lnTo>
                <a:lnTo>
                  <a:pt x="1756498" y="133743"/>
                </a:lnTo>
                <a:lnTo>
                  <a:pt x="1717395" y="151282"/>
                </a:lnTo>
                <a:lnTo>
                  <a:pt x="1688185" y="176085"/>
                </a:lnTo>
                <a:lnTo>
                  <a:pt x="1669884" y="208254"/>
                </a:lnTo>
                <a:lnTo>
                  <a:pt x="1663547" y="247954"/>
                </a:lnTo>
                <a:lnTo>
                  <a:pt x="1670926" y="286537"/>
                </a:lnTo>
                <a:lnTo>
                  <a:pt x="1692224" y="319354"/>
                </a:lnTo>
                <a:lnTo>
                  <a:pt x="1726247" y="342163"/>
                </a:lnTo>
                <a:lnTo>
                  <a:pt x="1771764" y="350697"/>
                </a:lnTo>
                <a:lnTo>
                  <a:pt x="1800428" y="348030"/>
                </a:lnTo>
                <a:lnTo>
                  <a:pt x="1826387" y="340169"/>
                </a:lnTo>
                <a:lnTo>
                  <a:pt x="1849018" y="327291"/>
                </a:lnTo>
                <a:lnTo>
                  <a:pt x="1867662" y="309587"/>
                </a:lnTo>
                <a:lnTo>
                  <a:pt x="1869706" y="309587"/>
                </a:lnTo>
                <a:lnTo>
                  <a:pt x="1875878" y="343166"/>
                </a:lnTo>
                <a:lnTo>
                  <a:pt x="1969706" y="343166"/>
                </a:lnTo>
                <a:close/>
              </a:path>
            </a:pathLst>
          </a:custGeom>
          <a:solidFill>
            <a:srgbClr val="0000FC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092" dirty="0"/>
          </a:p>
        </p:txBody>
      </p:sp>
      <p:sp>
        <p:nvSpPr>
          <p:cNvPr id="7" name="TextBox 25">
            <a:extLst>
              <a:ext uri="{FF2B5EF4-FFF2-40B4-BE49-F238E27FC236}">
                <a16:creationId xmlns:a16="http://schemas.microsoft.com/office/drawing/2014/main" id="{242BCF4D-84B8-1731-3905-1E6114295486}"/>
              </a:ext>
            </a:extLst>
          </p:cNvPr>
          <p:cNvSpPr txBox="1"/>
          <p:nvPr/>
        </p:nvSpPr>
        <p:spPr>
          <a:xfrm>
            <a:off x="4099154" y="2992983"/>
            <a:ext cx="3993691" cy="43601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Aft>
                <a:spcPts val="520"/>
              </a:spcAft>
            </a:pPr>
            <a:r>
              <a:rPr lang="tr-TR" sz="4800" b="1" dirty="0">
                <a:solidFill>
                  <a:srgbClr val="2D3748"/>
                </a:solidFill>
                <a:latin typeface="Montserrat"/>
              </a:rPr>
              <a:t>Teşekkürler</a:t>
            </a:r>
            <a:endParaRPr sz="4800" b="1" dirty="0">
              <a:solidFill>
                <a:srgbClr val="2D3748"/>
              </a:solidFill>
              <a:latin typeface="Montserrat"/>
            </a:endParaRPr>
          </a:p>
        </p:txBody>
      </p:sp>
      <p:sp>
        <p:nvSpPr>
          <p:cNvPr id="10" name="TextBox 28">
            <a:extLst>
              <a:ext uri="{FF2B5EF4-FFF2-40B4-BE49-F238E27FC236}">
                <a16:creationId xmlns:a16="http://schemas.microsoft.com/office/drawing/2014/main" id="{AC210E02-6D6F-9A04-59E1-291CE5064654}"/>
              </a:ext>
            </a:extLst>
          </p:cNvPr>
          <p:cNvSpPr txBox="1"/>
          <p:nvPr/>
        </p:nvSpPr>
        <p:spPr>
          <a:xfrm>
            <a:off x="2153691" y="6314891"/>
            <a:ext cx="1816459" cy="3268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1820"/>
              </a:lnSpc>
            </a:pPr>
            <a:r>
              <a:rPr lang="tr-TR" sz="1200" b="1" dirty="0">
                <a:solidFill>
                  <a:srgbClr val="4A5568"/>
                </a:solidFill>
                <a:latin typeface="Poppins"/>
              </a:rPr>
              <a:t>contact@enoca.com</a:t>
            </a:r>
          </a:p>
        </p:txBody>
      </p:sp>
      <p:sp>
        <p:nvSpPr>
          <p:cNvPr id="13" name="TextBox 31">
            <a:extLst>
              <a:ext uri="{FF2B5EF4-FFF2-40B4-BE49-F238E27FC236}">
                <a16:creationId xmlns:a16="http://schemas.microsoft.com/office/drawing/2014/main" id="{EF90EA80-29E7-89F3-20C7-90DF502A8E33}"/>
              </a:ext>
            </a:extLst>
          </p:cNvPr>
          <p:cNvSpPr txBox="1"/>
          <p:nvPr/>
        </p:nvSpPr>
        <p:spPr>
          <a:xfrm>
            <a:off x="357430" y="6314891"/>
            <a:ext cx="1478225" cy="3268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1820"/>
              </a:lnSpc>
            </a:pPr>
            <a:r>
              <a:rPr lang="tr-TR" sz="1200" b="1" dirty="0">
                <a:solidFill>
                  <a:srgbClr val="4A5568"/>
                </a:solidFill>
                <a:latin typeface="Poppins"/>
              </a:rPr>
              <a:t>www.enoca.com</a:t>
            </a:r>
          </a:p>
        </p:txBody>
      </p:sp>
    </p:spTree>
    <p:extLst>
      <p:ext uri="{BB962C8B-B14F-4D97-AF65-F5344CB8AC3E}">
        <p14:creationId xmlns:p14="http://schemas.microsoft.com/office/powerpoint/2010/main" val="4134782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287</Words>
  <Application>Microsoft Office PowerPoint</Application>
  <PresentationFormat>Geniş ekran</PresentationFormat>
  <Paragraphs>73</Paragraphs>
  <Slides>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4" baseType="lpstr">
      <vt:lpstr>Arial</vt:lpstr>
      <vt:lpstr>Calibri</vt:lpstr>
      <vt:lpstr>Montserrat</vt:lpstr>
      <vt:lpstr>Poppins</vt:lpstr>
      <vt:lpstr>Roboto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Mukaddes Elvan Yıldırım</cp:lastModifiedBy>
  <cp:revision>12</cp:revision>
  <dcterms:created xsi:type="dcterms:W3CDTF">2013-01-27T09:14:16Z</dcterms:created>
  <dcterms:modified xsi:type="dcterms:W3CDTF">2026-05-12T11:03:56Z</dcterms:modified>
  <cp:category/>
</cp:coreProperties>
</file>
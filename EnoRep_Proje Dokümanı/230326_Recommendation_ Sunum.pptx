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4" r:id="rId3"/>
    <p:sldId id="265" r:id="rId4"/>
    <p:sldId id="271" r:id="rId5"/>
    <p:sldId id="266" r:id="rId6"/>
    <p:sldId id="268" r:id="rId7"/>
    <p:sldId id="273" r:id="rId8"/>
    <p:sldId id="267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A556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150" d="100"/>
          <a:sy n="150" d="100"/>
        </p:scale>
        <p:origin x="-3955" y="-104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2.svg"/><Relationship Id="rId7" Type="http://schemas.openxmlformats.org/officeDocument/2006/relationships/image" Target="../media/image3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10" Type="http://schemas.openxmlformats.org/officeDocument/2006/relationships/image" Target="../media/image18.png"/><Relationship Id="rId4" Type="http://schemas.openxmlformats.org/officeDocument/2006/relationships/image" Target="../media/image13.png"/><Relationship Id="rId9" Type="http://schemas.openxmlformats.org/officeDocument/2006/relationships/image" Target="../media/image1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0.svg"/><Relationship Id="rId7" Type="http://schemas.openxmlformats.org/officeDocument/2006/relationships/image" Target="../media/image24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Relationship Id="rId9" Type="http://schemas.openxmlformats.org/officeDocument/2006/relationships/image" Target="../media/image26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28.svg"/><Relationship Id="rId7" Type="http://schemas.microsoft.com/office/2007/relationships/hdphoto" Target="../media/hdphoto1.wdp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34.svg"/><Relationship Id="rId7" Type="http://schemas.microsoft.com/office/2007/relationships/hdphoto" Target="../media/hdphoto3.wdp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6.png"/><Relationship Id="rId5" Type="http://schemas.microsoft.com/office/2007/relationships/hdphoto" Target="../media/hdphoto2.wdp"/><Relationship Id="rId4" Type="http://schemas.openxmlformats.org/officeDocument/2006/relationships/image" Target="../media/image35.png"/><Relationship Id="rId9" Type="http://schemas.openxmlformats.org/officeDocument/2006/relationships/image" Target="../media/image38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425870" y="1814936"/>
            <a:ext cx="5349478" cy="71352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4680"/>
              </a:lnSpc>
              <a:spcBef>
                <a:spcPts val="0"/>
              </a:spcBef>
              <a:spcAft>
                <a:spcPts val="1560"/>
              </a:spcAft>
            </a:pPr>
            <a:r>
              <a:rPr sz="4305" b="1" dirty="0">
                <a:solidFill>
                  <a:srgbClr val="1284BA"/>
                </a:solidFill>
                <a:latin typeface="Montserrat"/>
              </a:rPr>
              <a:t>Recommendation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262" y="2743200"/>
            <a:ext cx="1219169" cy="381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793232" y="3059323"/>
            <a:ext cx="2614754" cy="39645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1560"/>
              </a:spcAft>
            </a:pPr>
            <a:r>
              <a:rPr sz="1794" b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Poppins"/>
              </a:rPr>
              <a:t>Ürün</a:t>
            </a:r>
            <a:r>
              <a:rPr sz="1794" b="1" dirty="0">
                <a:solidFill>
                  <a:schemeClr val="tx1">
                    <a:lumMod val="50000"/>
                    <a:lumOff val="50000"/>
                  </a:schemeClr>
                </a:solidFill>
                <a:latin typeface="Poppins"/>
              </a:rPr>
              <a:t> </a:t>
            </a:r>
            <a:r>
              <a:rPr sz="1794" b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Poppins"/>
              </a:rPr>
              <a:t>Tavsiye</a:t>
            </a:r>
            <a:r>
              <a:rPr sz="1794" b="1" dirty="0">
                <a:solidFill>
                  <a:schemeClr val="tx1">
                    <a:lumMod val="50000"/>
                    <a:lumOff val="50000"/>
                  </a:schemeClr>
                </a:solidFill>
                <a:latin typeface="Poppins"/>
              </a:rPr>
              <a:t> </a:t>
            </a:r>
            <a:r>
              <a:rPr sz="1794" b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Poppins"/>
              </a:rPr>
              <a:t>Sistemi</a:t>
            </a:r>
            <a:endParaRPr sz="1794" b="1" dirty="0">
              <a:solidFill>
                <a:schemeClr val="tx1">
                  <a:lumMod val="50000"/>
                  <a:lumOff val="50000"/>
                </a:schemeClr>
              </a:solidFill>
              <a:latin typeface="Poppin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976823" y="3589004"/>
            <a:ext cx="4247573" cy="403893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2535"/>
              </a:lnSpc>
              <a:spcAft>
                <a:spcPts val="3120"/>
              </a:spcAft>
            </a:pPr>
            <a:r>
              <a:rPr sz="1554" dirty="0">
                <a:solidFill>
                  <a:srgbClr val="555555"/>
                </a:solidFill>
                <a:latin typeface="Inter"/>
              </a:rPr>
              <a:t>E-Ticaret </a:t>
            </a:r>
            <a:r>
              <a:rPr sz="1554" dirty="0" err="1">
                <a:solidFill>
                  <a:srgbClr val="555555"/>
                </a:solidFill>
                <a:latin typeface="Inter"/>
              </a:rPr>
              <a:t>İşletmeleri</a:t>
            </a:r>
            <a:r>
              <a:rPr sz="1554" dirty="0">
                <a:solidFill>
                  <a:srgbClr val="555555"/>
                </a:solidFill>
                <a:latin typeface="Inter"/>
              </a:rPr>
              <a:t> </a:t>
            </a:r>
            <a:r>
              <a:rPr sz="1554" dirty="0" err="1">
                <a:solidFill>
                  <a:srgbClr val="555555"/>
                </a:solidFill>
                <a:latin typeface="Inter"/>
              </a:rPr>
              <a:t>İçin</a:t>
            </a:r>
            <a:r>
              <a:rPr sz="1554" dirty="0">
                <a:solidFill>
                  <a:srgbClr val="555555"/>
                </a:solidFill>
                <a:latin typeface="Inter"/>
              </a:rPr>
              <a:t> Akıllı </a:t>
            </a:r>
            <a:r>
              <a:rPr sz="1554" dirty="0" err="1">
                <a:solidFill>
                  <a:srgbClr val="555555"/>
                </a:solidFill>
                <a:latin typeface="Inter"/>
              </a:rPr>
              <a:t>Çapraz</a:t>
            </a:r>
            <a:r>
              <a:rPr sz="1554" dirty="0">
                <a:solidFill>
                  <a:srgbClr val="555555"/>
                </a:solidFill>
                <a:latin typeface="Inter"/>
              </a:rPr>
              <a:t> </a:t>
            </a:r>
            <a:r>
              <a:rPr sz="1554" dirty="0" err="1">
                <a:solidFill>
                  <a:srgbClr val="555555"/>
                </a:solidFill>
                <a:latin typeface="Inter"/>
              </a:rPr>
              <a:t>Satış</a:t>
            </a:r>
            <a:r>
              <a:rPr sz="1554" dirty="0">
                <a:solidFill>
                  <a:srgbClr val="555555"/>
                </a:solidFill>
                <a:latin typeface="Inter"/>
              </a:rPr>
              <a:t> </a:t>
            </a:r>
            <a:r>
              <a:rPr sz="1554" dirty="0" err="1">
                <a:solidFill>
                  <a:srgbClr val="555555"/>
                </a:solidFill>
                <a:latin typeface="Inter"/>
              </a:rPr>
              <a:t>Çözümü</a:t>
            </a:r>
            <a:endParaRPr sz="1554" dirty="0">
              <a:solidFill>
                <a:srgbClr val="555555"/>
              </a:solidFill>
              <a:latin typeface="Inter"/>
            </a:endParaRP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980137" y="4411265"/>
            <a:ext cx="380990" cy="32146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794647" y="4800995"/>
            <a:ext cx="742446" cy="265907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 dirty="0" err="1">
                <a:solidFill>
                  <a:schemeClr val="accent1"/>
                </a:solidFill>
                <a:latin typeface="Poppins"/>
              </a:rPr>
              <a:t>Sepet</a:t>
            </a:r>
            <a:r>
              <a:rPr sz="837" b="0" dirty="0">
                <a:solidFill>
                  <a:schemeClr val="accent1"/>
                </a:solidFill>
                <a:latin typeface="Poppins"/>
              </a:rPr>
              <a:t> </a:t>
            </a:r>
            <a:r>
              <a:rPr sz="837" b="0" dirty="0" err="1">
                <a:solidFill>
                  <a:schemeClr val="accent1"/>
                </a:solidFill>
                <a:latin typeface="Poppins"/>
              </a:rPr>
              <a:t>Artışı</a:t>
            </a:r>
            <a:endParaRPr sz="837" b="0" dirty="0">
              <a:solidFill>
                <a:schemeClr val="accent1"/>
              </a:solidFill>
              <a:latin typeface="Poppins"/>
            </a:endParaRP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60813" y="4470796"/>
            <a:ext cx="380990" cy="20240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838909" y="4817158"/>
            <a:ext cx="986104" cy="265907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 dirty="0" err="1">
                <a:solidFill>
                  <a:schemeClr val="accent1"/>
                </a:solidFill>
                <a:latin typeface="Poppins"/>
              </a:rPr>
              <a:t>Dönüşüm</a:t>
            </a:r>
            <a:r>
              <a:rPr sz="837" b="0" dirty="0">
                <a:solidFill>
                  <a:schemeClr val="accent1"/>
                </a:solidFill>
                <a:latin typeface="Poppins"/>
              </a:rPr>
              <a:t> </a:t>
            </a:r>
            <a:r>
              <a:rPr sz="837" b="0" dirty="0" err="1">
                <a:solidFill>
                  <a:schemeClr val="accent1"/>
                </a:solidFill>
                <a:latin typeface="Poppins"/>
              </a:rPr>
              <a:t>Oranı</a:t>
            </a:r>
            <a:endParaRPr sz="837" b="0" dirty="0">
              <a:solidFill>
                <a:schemeClr val="accent1"/>
              </a:solidFill>
              <a:latin typeface="Poppins"/>
            </a:endParaRPr>
          </a:p>
        </p:txBody>
      </p:sp>
      <p:sp>
        <p:nvSpPr>
          <p:cNvPr id="15" name="TextBox 17">
            <a:extLst>
              <a:ext uri="{FF2B5EF4-FFF2-40B4-BE49-F238E27FC236}">
                <a16:creationId xmlns:a16="http://schemas.microsoft.com/office/drawing/2014/main" id="{721C507F-1FC3-FDCD-C56D-913273AC921D}"/>
              </a:ext>
            </a:extLst>
          </p:cNvPr>
          <p:cNvSpPr txBox="1"/>
          <p:nvPr/>
        </p:nvSpPr>
        <p:spPr>
          <a:xfrm>
            <a:off x="9810504" y="6419850"/>
            <a:ext cx="1771605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1284BA"/>
                </a:solidFill>
                <a:latin typeface="Roboto"/>
              </a:rPr>
              <a:t>Yazılım ve Danışmanlık</a:t>
            </a:r>
          </a:p>
        </p:txBody>
      </p:sp>
      <p:pic>
        <p:nvPicPr>
          <p:cNvPr id="16" name="Picture 16" descr="image.png">
            <a:extLst>
              <a:ext uri="{FF2B5EF4-FFF2-40B4-BE49-F238E27FC236}">
                <a16:creationId xmlns:a16="http://schemas.microsoft.com/office/drawing/2014/main" id="{6FA634A0-86D5-459A-BA16-CC23611FDDA0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28537" y="4411265"/>
            <a:ext cx="368627" cy="313617"/>
          </a:xfrm>
          <a:prstGeom prst="rect">
            <a:avLst/>
          </a:prstGeom>
        </p:spPr>
      </p:pic>
      <p:sp>
        <p:nvSpPr>
          <p:cNvPr id="17" name="TextBox 11">
            <a:extLst>
              <a:ext uri="{FF2B5EF4-FFF2-40B4-BE49-F238E27FC236}">
                <a16:creationId xmlns:a16="http://schemas.microsoft.com/office/drawing/2014/main" id="{DF81C49E-3A77-35B4-6840-06E777B38701}"/>
              </a:ext>
            </a:extLst>
          </p:cNvPr>
          <p:cNvSpPr txBox="1"/>
          <p:nvPr/>
        </p:nvSpPr>
        <p:spPr>
          <a:xfrm>
            <a:off x="5638497" y="4813233"/>
            <a:ext cx="1151214" cy="265907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lang="tr-TR" sz="837" b="0" dirty="0">
                <a:solidFill>
                  <a:schemeClr val="accent1"/>
                </a:solidFill>
                <a:latin typeface="Poppins"/>
              </a:rPr>
              <a:t>Artan Satış ve Gelir</a:t>
            </a:r>
            <a:endParaRPr sz="837" b="0" dirty="0">
              <a:solidFill>
                <a:schemeClr val="accent1"/>
              </a:solidFill>
              <a:latin typeface="Poppins"/>
            </a:endParaRPr>
          </a:p>
        </p:txBody>
      </p:sp>
      <p:sp>
        <p:nvSpPr>
          <p:cNvPr id="2" name="object 3">
            <a:extLst>
              <a:ext uri="{FF2B5EF4-FFF2-40B4-BE49-F238E27FC236}">
                <a16:creationId xmlns:a16="http://schemas.microsoft.com/office/drawing/2014/main" id="{6BA8B152-4BD3-5631-4360-DA59C682FCA2}"/>
              </a:ext>
            </a:extLst>
          </p:cNvPr>
          <p:cNvSpPr/>
          <p:nvPr/>
        </p:nvSpPr>
        <p:spPr>
          <a:xfrm>
            <a:off x="335192" y="-24116"/>
            <a:ext cx="1530693" cy="2620727"/>
          </a:xfrm>
          <a:custGeom>
            <a:avLst/>
            <a:gdLst/>
            <a:ahLst/>
            <a:cxnLst/>
            <a:rect l="l" t="t" r="r" b="b"/>
            <a:pathLst>
              <a:path w="1755775" h="3842385">
                <a:moveTo>
                  <a:pt x="1755433" y="0"/>
                </a:moveTo>
                <a:lnTo>
                  <a:pt x="0" y="0"/>
                </a:lnTo>
                <a:lnTo>
                  <a:pt x="1" y="2964216"/>
                </a:lnTo>
                <a:lnTo>
                  <a:pt x="1298" y="3012375"/>
                </a:lnTo>
                <a:lnTo>
                  <a:pt x="5150" y="3059855"/>
                </a:lnTo>
                <a:lnTo>
                  <a:pt x="11487" y="3106589"/>
                </a:lnTo>
                <a:lnTo>
                  <a:pt x="20244" y="3152510"/>
                </a:lnTo>
                <a:lnTo>
                  <a:pt x="31353" y="3197552"/>
                </a:lnTo>
                <a:lnTo>
                  <a:pt x="44747" y="3241647"/>
                </a:lnTo>
                <a:lnTo>
                  <a:pt x="60359" y="3284729"/>
                </a:lnTo>
                <a:lnTo>
                  <a:pt x="78122" y="3326730"/>
                </a:lnTo>
                <a:lnTo>
                  <a:pt x="97969" y="3367583"/>
                </a:lnTo>
                <a:lnTo>
                  <a:pt x="119834" y="3407223"/>
                </a:lnTo>
                <a:lnTo>
                  <a:pt x="143650" y="3445581"/>
                </a:lnTo>
                <a:lnTo>
                  <a:pt x="169349" y="3482591"/>
                </a:lnTo>
                <a:lnTo>
                  <a:pt x="196865" y="3518185"/>
                </a:lnTo>
                <a:lnTo>
                  <a:pt x="226130" y="3552298"/>
                </a:lnTo>
                <a:lnTo>
                  <a:pt x="257078" y="3584862"/>
                </a:lnTo>
                <a:lnTo>
                  <a:pt x="289642" y="3615810"/>
                </a:lnTo>
                <a:lnTo>
                  <a:pt x="323755" y="3645075"/>
                </a:lnTo>
                <a:lnTo>
                  <a:pt x="359349" y="3672591"/>
                </a:lnTo>
                <a:lnTo>
                  <a:pt x="396359" y="3698290"/>
                </a:lnTo>
                <a:lnTo>
                  <a:pt x="434717" y="3722105"/>
                </a:lnTo>
                <a:lnTo>
                  <a:pt x="474355" y="3743970"/>
                </a:lnTo>
                <a:lnTo>
                  <a:pt x="515208" y="3763817"/>
                </a:lnTo>
                <a:lnTo>
                  <a:pt x="557209" y="3781580"/>
                </a:lnTo>
                <a:lnTo>
                  <a:pt x="600289" y="3797192"/>
                </a:lnTo>
                <a:lnTo>
                  <a:pt x="644383" y="3810585"/>
                </a:lnTo>
                <a:lnTo>
                  <a:pt x="689424" y="3821694"/>
                </a:lnTo>
                <a:lnTo>
                  <a:pt x="735343" y="3830450"/>
                </a:lnTo>
                <a:lnTo>
                  <a:pt x="782076" y="3836788"/>
                </a:lnTo>
                <a:lnTo>
                  <a:pt x="829554" y="3840639"/>
                </a:lnTo>
                <a:lnTo>
                  <a:pt x="877711" y="3841935"/>
                </a:lnTo>
                <a:lnTo>
                  <a:pt x="925869" y="3840639"/>
                </a:lnTo>
                <a:lnTo>
                  <a:pt x="973348" y="3836788"/>
                </a:lnTo>
                <a:lnTo>
                  <a:pt x="1020081" y="3830450"/>
                </a:lnTo>
                <a:lnTo>
                  <a:pt x="1066002" y="3821694"/>
                </a:lnTo>
                <a:lnTo>
                  <a:pt x="1111043" y="3810585"/>
                </a:lnTo>
                <a:lnTo>
                  <a:pt x="1155138" y="3797192"/>
                </a:lnTo>
                <a:lnTo>
                  <a:pt x="1198219" y="3781580"/>
                </a:lnTo>
                <a:lnTo>
                  <a:pt x="1240220" y="3763817"/>
                </a:lnTo>
                <a:lnTo>
                  <a:pt x="1281074" y="3743970"/>
                </a:lnTo>
                <a:lnTo>
                  <a:pt x="1320713" y="3722105"/>
                </a:lnTo>
                <a:lnTo>
                  <a:pt x="1359071" y="3698290"/>
                </a:lnTo>
                <a:lnTo>
                  <a:pt x="1396081" y="3672591"/>
                </a:lnTo>
                <a:lnTo>
                  <a:pt x="1431676" y="3645075"/>
                </a:lnTo>
                <a:lnTo>
                  <a:pt x="1465789" y="3615810"/>
                </a:lnTo>
                <a:lnTo>
                  <a:pt x="1498353" y="3584862"/>
                </a:lnTo>
                <a:lnTo>
                  <a:pt x="1529301" y="3552298"/>
                </a:lnTo>
                <a:lnTo>
                  <a:pt x="1558567" y="3518185"/>
                </a:lnTo>
                <a:lnTo>
                  <a:pt x="1586083" y="3482591"/>
                </a:lnTo>
                <a:lnTo>
                  <a:pt x="1611782" y="3445581"/>
                </a:lnTo>
                <a:lnTo>
                  <a:pt x="1635598" y="3407223"/>
                </a:lnTo>
                <a:lnTo>
                  <a:pt x="1657463" y="3367583"/>
                </a:lnTo>
                <a:lnTo>
                  <a:pt x="1677310" y="3326730"/>
                </a:lnTo>
                <a:lnTo>
                  <a:pt x="1695074" y="3284729"/>
                </a:lnTo>
                <a:lnTo>
                  <a:pt x="1710686" y="3241647"/>
                </a:lnTo>
                <a:lnTo>
                  <a:pt x="1724080" y="3197552"/>
                </a:lnTo>
                <a:lnTo>
                  <a:pt x="1735188" y="3152510"/>
                </a:lnTo>
                <a:lnTo>
                  <a:pt x="1743945" y="3106589"/>
                </a:lnTo>
                <a:lnTo>
                  <a:pt x="1750283" y="3059855"/>
                </a:lnTo>
                <a:lnTo>
                  <a:pt x="1754134" y="3012375"/>
                </a:lnTo>
                <a:lnTo>
                  <a:pt x="1755434" y="2964216"/>
                </a:lnTo>
                <a:lnTo>
                  <a:pt x="1755433" y="0"/>
                </a:lnTo>
                <a:close/>
              </a:path>
            </a:pathLst>
          </a:custGeom>
          <a:solidFill>
            <a:schemeClr val="bg1">
              <a:alpha val="19999"/>
            </a:schemeClr>
          </a:solidFill>
          <a:ln>
            <a:solidFill>
              <a:schemeClr val="tx2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9" name="object 3">
            <a:extLst>
              <a:ext uri="{FF2B5EF4-FFF2-40B4-BE49-F238E27FC236}">
                <a16:creationId xmlns:a16="http://schemas.microsoft.com/office/drawing/2014/main" id="{BB6D91D1-9220-0A47-6A41-1005C3076A8D}"/>
              </a:ext>
            </a:extLst>
          </p:cNvPr>
          <p:cNvSpPr/>
          <p:nvPr/>
        </p:nvSpPr>
        <p:spPr>
          <a:xfrm>
            <a:off x="670079" y="-24116"/>
            <a:ext cx="1530693" cy="2620727"/>
          </a:xfrm>
          <a:custGeom>
            <a:avLst/>
            <a:gdLst/>
            <a:ahLst/>
            <a:cxnLst/>
            <a:rect l="l" t="t" r="r" b="b"/>
            <a:pathLst>
              <a:path w="1755775" h="3842385">
                <a:moveTo>
                  <a:pt x="1755433" y="0"/>
                </a:moveTo>
                <a:lnTo>
                  <a:pt x="0" y="0"/>
                </a:lnTo>
                <a:lnTo>
                  <a:pt x="1" y="2964216"/>
                </a:lnTo>
                <a:lnTo>
                  <a:pt x="1298" y="3012375"/>
                </a:lnTo>
                <a:lnTo>
                  <a:pt x="5150" y="3059855"/>
                </a:lnTo>
                <a:lnTo>
                  <a:pt x="11487" y="3106589"/>
                </a:lnTo>
                <a:lnTo>
                  <a:pt x="20244" y="3152510"/>
                </a:lnTo>
                <a:lnTo>
                  <a:pt x="31353" y="3197552"/>
                </a:lnTo>
                <a:lnTo>
                  <a:pt x="44747" y="3241647"/>
                </a:lnTo>
                <a:lnTo>
                  <a:pt x="60359" y="3284729"/>
                </a:lnTo>
                <a:lnTo>
                  <a:pt x="78122" y="3326730"/>
                </a:lnTo>
                <a:lnTo>
                  <a:pt x="97969" y="3367583"/>
                </a:lnTo>
                <a:lnTo>
                  <a:pt x="119834" y="3407223"/>
                </a:lnTo>
                <a:lnTo>
                  <a:pt x="143650" y="3445581"/>
                </a:lnTo>
                <a:lnTo>
                  <a:pt x="169349" y="3482591"/>
                </a:lnTo>
                <a:lnTo>
                  <a:pt x="196865" y="3518185"/>
                </a:lnTo>
                <a:lnTo>
                  <a:pt x="226130" y="3552298"/>
                </a:lnTo>
                <a:lnTo>
                  <a:pt x="257078" y="3584862"/>
                </a:lnTo>
                <a:lnTo>
                  <a:pt x="289642" y="3615810"/>
                </a:lnTo>
                <a:lnTo>
                  <a:pt x="323755" y="3645075"/>
                </a:lnTo>
                <a:lnTo>
                  <a:pt x="359349" y="3672591"/>
                </a:lnTo>
                <a:lnTo>
                  <a:pt x="396359" y="3698290"/>
                </a:lnTo>
                <a:lnTo>
                  <a:pt x="434717" y="3722105"/>
                </a:lnTo>
                <a:lnTo>
                  <a:pt x="474355" y="3743970"/>
                </a:lnTo>
                <a:lnTo>
                  <a:pt x="515208" y="3763817"/>
                </a:lnTo>
                <a:lnTo>
                  <a:pt x="557209" y="3781580"/>
                </a:lnTo>
                <a:lnTo>
                  <a:pt x="600289" y="3797192"/>
                </a:lnTo>
                <a:lnTo>
                  <a:pt x="644383" y="3810585"/>
                </a:lnTo>
                <a:lnTo>
                  <a:pt x="689424" y="3821694"/>
                </a:lnTo>
                <a:lnTo>
                  <a:pt x="735343" y="3830450"/>
                </a:lnTo>
                <a:lnTo>
                  <a:pt x="782076" y="3836788"/>
                </a:lnTo>
                <a:lnTo>
                  <a:pt x="829554" y="3840639"/>
                </a:lnTo>
                <a:lnTo>
                  <a:pt x="877711" y="3841935"/>
                </a:lnTo>
                <a:lnTo>
                  <a:pt x="925869" y="3840639"/>
                </a:lnTo>
                <a:lnTo>
                  <a:pt x="973348" y="3836788"/>
                </a:lnTo>
                <a:lnTo>
                  <a:pt x="1020081" y="3830450"/>
                </a:lnTo>
                <a:lnTo>
                  <a:pt x="1066002" y="3821694"/>
                </a:lnTo>
                <a:lnTo>
                  <a:pt x="1111043" y="3810585"/>
                </a:lnTo>
                <a:lnTo>
                  <a:pt x="1155138" y="3797192"/>
                </a:lnTo>
                <a:lnTo>
                  <a:pt x="1198219" y="3781580"/>
                </a:lnTo>
                <a:lnTo>
                  <a:pt x="1240220" y="3763817"/>
                </a:lnTo>
                <a:lnTo>
                  <a:pt x="1281074" y="3743970"/>
                </a:lnTo>
                <a:lnTo>
                  <a:pt x="1320713" y="3722105"/>
                </a:lnTo>
                <a:lnTo>
                  <a:pt x="1359071" y="3698290"/>
                </a:lnTo>
                <a:lnTo>
                  <a:pt x="1396081" y="3672591"/>
                </a:lnTo>
                <a:lnTo>
                  <a:pt x="1431676" y="3645075"/>
                </a:lnTo>
                <a:lnTo>
                  <a:pt x="1465789" y="3615810"/>
                </a:lnTo>
                <a:lnTo>
                  <a:pt x="1498353" y="3584862"/>
                </a:lnTo>
                <a:lnTo>
                  <a:pt x="1529301" y="3552298"/>
                </a:lnTo>
                <a:lnTo>
                  <a:pt x="1558567" y="3518185"/>
                </a:lnTo>
                <a:lnTo>
                  <a:pt x="1586083" y="3482591"/>
                </a:lnTo>
                <a:lnTo>
                  <a:pt x="1611782" y="3445581"/>
                </a:lnTo>
                <a:lnTo>
                  <a:pt x="1635598" y="3407223"/>
                </a:lnTo>
                <a:lnTo>
                  <a:pt x="1657463" y="3367583"/>
                </a:lnTo>
                <a:lnTo>
                  <a:pt x="1677310" y="3326730"/>
                </a:lnTo>
                <a:lnTo>
                  <a:pt x="1695074" y="3284729"/>
                </a:lnTo>
                <a:lnTo>
                  <a:pt x="1710686" y="3241647"/>
                </a:lnTo>
                <a:lnTo>
                  <a:pt x="1724080" y="3197552"/>
                </a:lnTo>
                <a:lnTo>
                  <a:pt x="1735188" y="3152510"/>
                </a:lnTo>
                <a:lnTo>
                  <a:pt x="1743945" y="3106589"/>
                </a:lnTo>
                <a:lnTo>
                  <a:pt x="1750283" y="3059855"/>
                </a:lnTo>
                <a:lnTo>
                  <a:pt x="1754134" y="3012375"/>
                </a:lnTo>
                <a:lnTo>
                  <a:pt x="1755434" y="2964216"/>
                </a:lnTo>
                <a:lnTo>
                  <a:pt x="1755433" y="0"/>
                </a:lnTo>
                <a:close/>
              </a:path>
            </a:pathLst>
          </a:custGeom>
          <a:solidFill>
            <a:srgbClr val="B6CAFF">
              <a:alpha val="19999"/>
            </a:srgbClr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0" name="object 7">
            <a:extLst>
              <a:ext uri="{FF2B5EF4-FFF2-40B4-BE49-F238E27FC236}">
                <a16:creationId xmlns:a16="http://schemas.microsoft.com/office/drawing/2014/main" id="{3E24044D-E92F-9568-0E62-872408CC7013}"/>
              </a:ext>
            </a:extLst>
          </p:cNvPr>
          <p:cNvSpPr>
            <a:spLocks noChangeAspect="1"/>
          </p:cNvSpPr>
          <p:nvPr/>
        </p:nvSpPr>
        <p:spPr>
          <a:xfrm>
            <a:off x="925163" y="375828"/>
            <a:ext cx="1610496" cy="287111"/>
          </a:xfrm>
          <a:custGeom>
            <a:avLst/>
            <a:gdLst/>
            <a:ahLst/>
            <a:cxnLst/>
            <a:rect l="l" t="t" r="r" b="b"/>
            <a:pathLst>
              <a:path w="1969770" h="351154">
                <a:moveTo>
                  <a:pt x="235800" y="57454"/>
                </a:moveTo>
                <a:lnTo>
                  <a:pt x="0" y="57454"/>
                </a:lnTo>
                <a:lnTo>
                  <a:pt x="0" y="293255"/>
                </a:lnTo>
                <a:lnTo>
                  <a:pt x="235800" y="293255"/>
                </a:lnTo>
                <a:lnTo>
                  <a:pt x="235800" y="57454"/>
                </a:lnTo>
                <a:close/>
              </a:path>
              <a:path w="1969770" h="351154">
                <a:moveTo>
                  <a:pt x="612825" y="167817"/>
                </a:moveTo>
                <a:lnTo>
                  <a:pt x="609282" y="126669"/>
                </a:lnTo>
                <a:lnTo>
                  <a:pt x="598157" y="87655"/>
                </a:lnTo>
                <a:lnTo>
                  <a:pt x="578739" y="53174"/>
                </a:lnTo>
                <a:lnTo>
                  <a:pt x="550316" y="25603"/>
                </a:lnTo>
                <a:lnTo>
                  <a:pt x="516242" y="9283"/>
                </a:lnTo>
                <a:lnTo>
                  <a:pt x="516242" y="137693"/>
                </a:lnTo>
                <a:lnTo>
                  <a:pt x="392950" y="137693"/>
                </a:lnTo>
                <a:lnTo>
                  <a:pt x="397992" y="115531"/>
                </a:lnTo>
                <a:lnTo>
                  <a:pt x="409727" y="93510"/>
                </a:lnTo>
                <a:lnTo>
                  <a:pt x="429158" y="76619"/>
                </a:lnTo>
                <a:lnTo>
                  <a:pt x="457327" y="69875"/>
                </a:lnTo>
                <a:lnTo>
                  <a:pt x="486765" y="76911"/>
                </a:lnTo>
                <a:lnTo>
                  <a:pt x="504761" y="94272"/>
                </a:lnTo>
                <a:lnTo>
                  <a:pt x="513778" y="116395"/>
                </a:lnTo>
                <a:lnTo>
                  <a:pt x="516128" y="136740"/>
                </a:lnTo>
                <a:lnTo>
                  <a:pt x="516242" y="137693"/>
                </a:lnTo>
                <a:lnTo>
                  <a:pt x="516242" y="9283"/>
                </a:lnTo>
                <a:lnTo>
                  <a:pt x="512140" y="7315"/>
                </a:lnTo>
                <a:lnTo>
                  <a:pt x="463499" y="698"/>
                </a:lnTo>
                <a:lnTo>
                  <a:pt x="410540" y="8039"/>
                </a:lnTo>
                <a:lnTo>
                  <a:pt x="367880" y="28168"/>
                </a:lnTo>
                <a:lnTo>
                  <a:pt x="335241" y="58229"/>
                </a:lnTo>
                <a:lnTo>
                  <a:pt x="312293" y="95377"/>
                </a:lnTo>
                <a:lnTo>
                  <a:pt x="298754" y="136740"/>
                </a:lnTo>
                <a:lnTo>
                  <a:pt x="294309" y="179476"/>
                </a:lnTo>
                <a:lnTo>
                  <a:pt x="299656" y="228498"/>
                </a:lnTo>
                <a:lnTo>
                  <a:pt x="315391" y="270268"/>
                </a:lnTo>
                <a:lnTo>
                  <a:pt x="341058" y="304050"/>
                </a:lnTo>
                <a:lnTo>
                  <a:pt x="376212" y="329095"/>
                </a:lnTo>
                <a:lnTo>
                  <a:pt x="420370" y="344665"/>
                </a:lnTo>
                <a:lnTo>
                  <a:pt x="473087" y="350024"/>
                </a:lnTo>
                <a:lnTo>
                  <a:pt x="506285" y="348729"/>
                </a:lnTo>
                <a:lnTo>
                  <a:pt x="537819" y="344805"/>
                </a:lnTo>
                <a:lnTo>
                  <a:pt x="567296" y="338175"/>
                </a:lnTo>
                <a:lnTo>
                  <a:pt x="594334" y="328790"/>
                </a:lnTo>
                <a:lnTo>
                  <a:pt x="583425" y="272630"/>
                </a:lnTo>
                <a:lnTo>
                  <a:pt x="580631" y="258254"/>
                </a:lnTo>
                <a:lnTo>
                  <a:pt x="559333" y="264541"/>
                </a:lnTo>
                <a:lnTo>
                  <a:pt x="537210" y="269024"/>
                </a:lnTo>
                <a:lnTo>
                  <a:pt x="513676" y="271729"/>
                </a:lnTo>
                <a:lnTo>
                  <a:pt x="488149" y="272630"/>
                </a:lnTo>
                <a:lnTo>
                  <a:pt x="453250" y="268744"/>
                </a:lnTo>
                <a:lnTo>
                  <a:pt x="423684" y="256959"/>
                </a:lnTo>
                <a:lnTo>
                  <a:pt x="402717" y="237083"/>
                </a:lnTo>
                <a:lnTo>
                  <a:pt x="393636" y="208915"/>
                </a:lnTo>
                <a:lnTo>
                  <a:pt x="609396" y="208915"/>
                </a:lnTo>
                <a:lnTo>
                  <a:pt x="610501" y="201828"/>
                </a:lnTo>
                <a:lnTo>
                  <a:pt x="611619" y="192227"/>
                </a:lnTo>
                <a:lnTo>
                  <a:pt x="612482" y="180695"/>
                </a:lnTo>
                <a:lnTo>
                  <a:pt x="612825" y="167817"/>
                </a:lnTo>
                <a:close/>
              </a:path>
              <a:path w="1969770" h="351154">
                <a:moveTo>
                  <a:pt x="960602" y="148628"/>
                </a:moveTo>
                <a:lnTo>
                  <a:pt x="954709" y="95719"/>
                </a:lnTo>
                <a:lnTo>
                  <a:pt x="938136" y="55156"/>
                </a:lnTo>
                <a:lnTo>
                  <a:pt x="912520" y="26581"/>
                </a:lnTo>
                <a:lnTo>
                  <a:pt x="840740" y="4114"/>
                </a:lnTo>
                <a:lnTo>
                  <a:pt x="802805" y="9486"/>
                </a:lnTo>
                <a:lnTo>
                  <a:pt x="773099" y="22948"/>
                </a:lnTo>
                <a:lnTo>
                  <a:pt x="751344" y="40513"/>
                </a:lnTo>
                <a:lnTo>
                  <a:pt x="737298" y="58216"/>
                </a:lnTo>
                <a:lnTo>
                  <a:pt x="735266" y="58216"/>
                </a:lnTo>
                <a:lnTo>
                  <a:pt x="730465" y="11645"/>
                </a:lnTo>
                <a:lnTo>
                  <a:pt x="640054" y="11645"/>
                </a:lnTo>
                <a:lnTo>
                  <a:pt x="641934" y="60706"/>
                </a:lnTo>
                <a:lnTo>
                  <a:pt x="642556" y="88404"/>
                </a:lnTo>
                <a:lnTo>
                  <a:pt x="642797" y="118491"/>
                </a:lnTo>
                <a:lnTo>
                  <a:pt x="642797" y="346595"/>
                </a:lnTo>
                <a:lnTo>
                  <a:pt x="746899" y="346595"/>
                </a:lnTo>
                <a:lnTo>
                  <a:pt x="746899" y="153441"/>
                </a:lnTo>
                <a:lnTo>
                  <a:pt x="747039" y="146291"/>
                </a:lnTo>
                <a:lnTo>
                  <a:pt x="769073" y="100685"/>
                </a:lnTo>
                <a:lnTo>
                  <a:pt x="803757" y="88366"/>
                </a:lnTo>
                <a:lnTo>
                  <a:pt x="827887" y="93637"/>
                </a:lnTo>
                <a:lnTo>
                  <a:pt x="844245" y="108483"/>
                </a:lnTo>
                <a:lnTo>
                  <a:pt x="853541" y="131419"/>
                </a:lnTo>
                <a:lnTo>
                  <a:pt x="856488" y="160972"/>
                </a:lnTo>
                <a:lnTo>
                  <a:pt x="856488" y="346595"/>
                </a:lnTo>
                <a:lnTo>
                  <a:pt x="960602" y="346595"/>
                </a:lnTo>
                <a:lnTo>
                  <a:pt x="960602" y="148628"/>
                </a:lnTo>
                <a:close/>
              </a:path>
              <a:path w="1969770" h="351154">
                <a:moveTo>
                  <a:pt x="1337843" y="171919"/>
                </a:moveTo>
                <a:lnTo>
                  <a:pt x="1332293" y="123990"/>
                </a:lnTo>
                <a:lnTo>
                  <a:pt x="1316304" y="82296"/>
                </a:lnTo>
                <a:lnTo>
                  <a:pt x="1310640" y="74663"/>
                </a:lnTo>
                <a:lnTo>
                  <a:pt x="1290840" y="47955"/>
                </a:lnTo>
                <a:lnTo>
                  <a:pt x="1256868" y="22047"/>
                </a:lnTo>
                <a:lnTo>
                  <a:pt x="1230312" y="11595"/>
                </a:lnTo>
                <a:lnTo>
                  <a:pt x="1230312" y="174663"/>
                </a:lnTo>
                <a:lnTo>
                  <a:pt x="1225804" y="215353"/>
                </a:lnTo>
                <a:lnTo>
                  <a:pt x="1225702" y="216217"/>
                </a:lnTo>
                <a:lnTo>
                  <a:pt x="1212507" y="248208"/>
                </a:lnTo>
                <a:lnTo>
                  <a:pt x="1191590" y="268770"/>
                </a:lnTo>
                <a:lnTo>
                  <a:pt x="1163866" y="276034"/>
                </a:lnTo>
                <a:lnTo>
                  <a:pt x="1134376" y="268401"/>
                </a:lnTo>
                <a:lnTo>
                  <a:pt x="1112926" y="247269"/>
                </a:lnTo>
                <a:lnTo>
                  <a:pt x="1099820" y="215353"/>
                </a:lnTo>
                <a:lnTo>
                  <a:pt x="1095375" y="175348"/>
                </a:lnTo>
                <a:lnTo>
                  <a:pt x="1099146" y="138811"/>
                </a:lnTo>
                <a:lnTo>
                  <a:pt x="1111135" y="106502"/>
                </a:lnTo>
                <a:lnTo>
                  <a:pt x="1132306" y="83515"/>
                </a:lnTo>
                <a:lnTo>
                  <a:pt x="1132154" y="83515"/>
                </a:lnTo>
                <a:lnTo>
                  <a:pt x="1163866" y="74663"/>
                </a:lnTo>
                <a:lnTo>
                  <a:pt x="1194752" y="83515"/>
                </a:lnTo>
                <a:lnTo>
                  <a:pt x="1194333" y="83515"/>
                </a:lnTo>
                <a:lnTo>
                  <a:pt x="1214805" y="106159"/>
                </a:lnTo>
                <a:lnTo>
                  <a:pt x="1226578" y="138226"/>
                </a:lnTo>
                <a:lnTo>
                  <a:pt x="1230312" y="174663"/>
                </a:lnTo>
                <a:lnTo>
                  <a:pt x="1230312" y="11595"/>
                </a:lnTo>
                <a:lnTo>
                  <a:pt x="1215364" y="5702"/>
                </a:lnTo>
                <a:lnTo>
                  <a:pt x="1167295" y="0"/>
                </a:lnTo>
                <a:lnTo>
                  <a:pt x="1115822" y="5702"/>
                </a:lnTo>
                <a:lnTo>
                  <a:pt x="1116241" y="5702"/>
                </a:lnTo>
                <a:lnTo>
                  <a:pt x="1072565" y="22047"/>
                </a:lnTo>
                <a:lnTo>
                  <a:pt x="1036980" y="48209"/>
                </a:lnTo>
                <a:lnTo>
                  <a:pt x="1010310" y="83515"/>
                </a:lnTo>
                <a:lnTo>
                  <a:pt x="993609" y="127076"/>
                </a:lnTo>
                <a:lnTo>
                  <a:pt x="987831" y="178079"/>
                </a:lnTo>
                <a:lnTo>
                  <a:pt x="993787" y="227736"/>
                </a:lnTo>
                <a:lnTo>
                  <a:pt x="993863" y="228447"/>
                </a:lnTo>
                <a:lnTo>
                  <a:pt x="1010996" y="270929"/>
                </a:lnTo>
                <a:lnTo>
                  <a:pt x="1037742" y="304977"/>
                </a:lnTo>
                <a:lnTo>
                  <a:pt x="1072667" y="329996"/>
                </a:lnTo>
                <a:lnTo>
                  <a:pt x="1114285" y="345427"/>
                </a:lnTo>
                <a:lnTo>
                  <a:pt x="1161122" y="350697"/>
                </a:lnTo>
                <a:lnTo>
                  <a:pt x="1205369" y="345960"/>
                </a:lnTo>
                <a:lnTo>
                  <a:pt x="1246822" y="331597"/>
                </a:lnTo>
                <a:lnTo>
                  <a:pt x="1283131" y="307289"/>
                </a:lnTo>
                <a:lnTo>
                  <a:pt x="1309230" y="276034"/>
                </a:lnTo>
                <a:lnTo>
                  <a:pt x="1311973" y="272757"/>
                </a:lnTo>
                <a:lnTo>
                  <a:pt x="1330985" y="227736"/>
                </a:lnTo>
                <a:lnTo>
                  <a:pt x="1337843" y="171919"/>
                </a:lnTo>
                <a:close/>
              </a:path>
              <a:path w="1969770" h="351154">
                <a:moveTo>
                  <a:pt x="1636318" y="13716"/>
                </a:moveTo>
                <a:lnTo>
                  <a:pt x="1618513" y="8216"/>
                </a:lnTo>
                <a:lnTo>
                  <a:pt x="1598650" y="4127"/>
                </a:lnTo>
                <a:lnTo>
                  <a:pt x="1577759" y="1574"/>
                </a:lnTo>
                <a:lnTo>
                  <a:pt x="1556867" y="698"/>
                </a:lnTo>
                <a:lnTo>
                  <a:pt x="1499374" y="7086"/>
                </a:lnTo>
                <a:lnTo>
                  <a:pt x="1451737" y="25107"/>
                </a:lnTo>
                <a:lnTo>
                  <a:pt x="1414221" y="53009"/>
                </a:lnTo>
                <a:lnTo>
                  <a:pt x="1387094" y="89077"/>
                </a:lnTo>
                <a:lnTo>
                  <a:pt x="1370622" y="131584"/>
                </a:lnTo>
                <a:lnTo>
                  <a:pt x="1365072" y="178790"/>
                </a:lnTo>
                <a:lnTo>
                  <a:pt x="1370698" y="227850"/>
                </a:lnTo>
                <a:lnTo>
                  <a:pt x="1387017" y="269760"/>
                </a:lnTo>
                <a:lnTo>
                  <a:pt x="1413192" y="303707"/>
                </a:lnTo>
                <a:lnTo>
                  <a:pt x="1448384" y="328917"/>
                </a:lnTo>
                <a:lnTo>
                  <a:pt x="1491767" y="344614"/>
                </a:lnTo>
                <a:lnTo>
                  <a:pt x="1542478" y="350024"/>
                </a:lnTo>
                <a:lnTo>
                  <a:pt x="1571205" y="348818"/>
                </a:lnTo>
                <a:lnTo>
                  <a:pt x="1618869" y="340487"/>
                </a:lnTo>
                <a:lnTo>
                  <a:pt x="1623314" y="257543"/>
                </a:lnTo>
                <a:lnTo>
                  <a:pt x="1610817" y="262153"/>
                </a:lnTo>
                <a:lnTo>
                  <a:pt x="1596847" y="265595"/>
                </a:lnTo>
                <a:lnTo>
                  <a:pt x="1581200" y="267766"/>
                </a:lnTo>
                <a:lnTo>
                  <a:pt x="1563712" y="268516"/>
                </a:lnTo>
                <a:lnTo>
                  <a:pt x="1527987" y="262420"/>
                </a:lnTo>
                <a:lnTo>
                  <a:pt x="1498815" y="244449"/>
                </a:lnTo>
                <a:lnTo>
                  <a:pt x="1479156" y="215061"/>
                </a:lnTo>
                <a:lnTo>
                  <a:pt x="1471942" y="174675"/>
                </a:lnTo>
                <a:lnTo>
                  <a:pt x="1477962" y="136893"/>
                </a:lnTo>
                <a:lnTo>
                  <a:pt x="1495996" y="107213"/>
                </a:lnTo>
                <a:lnTo>
                  <a:pt x="1524431" y="87795"/>
                </a:lnTo>
                <a:lnTo>
                  <a:pt x="1561655" y="80835"/>
                </a:lnTo>
                <a:lnTo>
                  <a:pt x="1580578" y="81673"/>
                </a:lnTo>
                <a:lnTo>
                  <a:pt x="1596415" y="83921"/>
                </a:lnTo>
                <a:lnTo>
                  <a:pt x="1609432" y="87185"/>
                </a:lnTo>
                <a:lnTo>
                  <a:pt x="1619872" y="91097"/>
                </a:lnTo>
                <a:lnTo>
                  <a:pt x="1636318" y="13716"/>
                </a:lnTo>
                <a:close/>
              </a:path>
              <a:path w="1969770" h="351154">
                <a:moveTo>
                  <a:pt x="1969706" y="343166"/>
                </a:moveTo>
                <a:lnTo>
                  <a:pt x="1967141" y="327291"/>
                </a:lnTo>
                <a:lnTo>
                  <a:pt x="1965604" y="309587"/>
                </a:lnTo>
                <a:lnTo>
                  <a:pt x="1965426" y="307632"/>
                </a:lnTo>
                <a:lnTo>
                  <a:pt x="1964550" y="286537"/>
                </a:lnTo>
                <a:lnTo>
                  <a:pt x="1964512" y="285661"/>
                </a:lnTo>
                <a:lnTo>
                  <a:pt x="1964423" y="277406"/>
                </a:lnTo>
                <a:lnTo>
                  <a:pt x="1964296" y="267550"/>
                </a:lnTo>
                <a:lnTo>
                  <a:pt x="1964245" y="184937"/>
                </a:lnTo>
                <a:lnTo>
                  <a:pt x="1964245" y="145211"/>
                </a:lnTo>
                <a:lnTo>
                  <a:pt x="1959711" y="99593"/>
                </a:lnTo>
                <a:lnTo>
                  <a:pt x="1944801" y="59766"/>
                </a:lnTo>
                <a:lnTo>
                  <a:pt x="1917484" y="28232"/>
                </a:lnTo>
                <a:lnTo>
                  <a:pt x="1875777" y="7467"/>
                </a:lnTo>
                <a:lnTo>
                  <a:pt x="1863547" y="5905"/>
                </a:lnTo>
                <a:lnTo>
                  <a:pt x="1863547" y="184937"/>
                </a:lnTo>
                <a:lnTo>
                  <a:pt x="1863547" y="227406"/>
                </a:lnTo>
                <a:lnTo>
                  <a:pt x="1841373" y="266192"/>
                </a:lnTo>
                <a:lnTo>
                  <a:pt x="1807375" y="277406"/>
                </a:lnTo>
                <a:lnTo>
                  <a:pt x="1791131" y="274955"/>
                </a:lnTo>
                <a:lnTo>
                  <a:pt x="1778101" y="267550"/>
                </a:lnTo>
                <a:lnTo>
                  <a:pt x="1769440" y="255155"/>
                </a:lnTo>
                <a:lnTo>
                  <a:pt x="1766290" y="237680"/>
                </a:lnTo>
                <a:lnTo>
                  <a:pt x="1773783" y="212674"/>
                </a:lnTo>
                <a:lnTo>
                  <a:pt x="1794370" y="196405"/>
                </a:lnTo>
                <a:lnTo>
                  <a:pt x="1825244" y="187591"/>
                </a:lnTo>
                <a:lnTo>
                  <a:pt x="1863547" y="184937"/>
                </a:lnTo>
                <a:lnTo>
                  <a:pt x="1863547" y="5905"/>
                </a:lnTo>
                <a:lnTo>
                  <a:pt x="1817674" y="0"/>
                </a:lnTo>
                <a:lnTo>
                  <a:pt x="1774888" y="2882"/>
                </a:lnTo>
                <a:lnTo>
                  <a:pt x="1738464" y="10185"/>
                </a:lnTo>
                <a:lnTo>
                  <a:pt x="1709102" y="19939"/>
                </a:lnTo>
                <a:lnTo>
                  <a:pt x="1687512" y="30149"/>
                </a:lnTo>
                <a:lnTo>
                  <a:pt x="1706702" y="97256"/>
                </a:lnTo>
                <a:lnTo>
                  <a:pt x="1725574" y="87528"/>
                </a:lnTo>
                <a:lnTo>
                  <a:pt x="1748307" y="79451"/>
                </a:lnTo>
                <a:lnTo>
                  <a:pt x="1773351" y="73952"/>
                </a:lnTo>
                <a:lnTo>
                  <a:pt x="1799158" y="71907"/>
                </a:lnTo>
                <a:lnTo>
                  <a:pt x="1830349" y="76161"/>
                </a:lnTo>
                <a:lnTo>
                  <a:pt x="1848904" y="86893"/>
                </a:lnTo>
                <a:lnTo>
                  <a:pt x="1857819" y="101104"/>
                </a:lnTo>
                <a:lnTo>
                  <a:pt x="1860130" y="115760"/>
                </a:lnTo>
                <a:lnTo>
                  <a:pt x="1860130" y="119875"/>
                </a:lnTo>
                <a:lnTo>
                  <a:pt x="1804416" y="123317"/>
                </a:lnTo>
                <a:lnTo>
                  <a:pt x="1756498" y="133743"/>
                </a:lnTo>
                <a:lnTo>
                  <a:pt x="1717395" y="151282"/>
                </a:lnTo>
                <a:lnTo>
                  <a:pt x="1688185" y="176085"/>
                </a:lnTo>
                <a:lnTo>
                  <a:pt x="1669884" y="208254"/>
                </a:lnTo>
                <a:lnTo>
                  <a:pt x="1663547" y="247954"/>
                </a:lnTo>
                <a:lnTo>
                  <a:pt x="1670926" y="286537"/>
                </a:lnTo>
                <a:lnTo>
                  <a:pt x="1692224" y="319354"/>
                </a:lnTo>
                <a:lnTo>
                  <a:pt x="1726247" y="342163"/>
                </a:lnTo>
                <a:lnTo>
                  <a:pt x="1771764" y="350697"/>
                </a:lnTo>
                <a:lnTo>
                  <a:pt x="1800428" y="348030"/>
                </a:lnTo>
                <a:lnTo>
                  <a:pt x="1826387" y="340169"/>
                </a:lnTo>
                <a:lnTo>
                  <a:pt x="1849018" y="327291"/>
                </a:lnTo>
                <a:lnTo>
                  <a:pt x="1867662" y="309587"/>
                </a:lnTo>
                <a:lnTo>
                  <a:pt x="1869706" y="309587"/>
                </a:lnTo>
                <a:lnTo>
                  <a:pt x="1875878" y="343166"/>
                </a:lnTo>
                <a:lnTo>
                  <a:pt x="1969706" y="343166"/>
                </a:lnTo>
                <a:close/>
              </a:path>
            </a:pathLst>
          </a:custGeom>
          <a:solidFill>
            <a:srgbClr val="0000FC"/>
          </a:solidFill>
        </p:spPr>
        <p:txBody>
          <a:bodyPr wrap="square" lIns="0" tIns="0" rIns="0" bIns="0" rtlCol="0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sz="1092" dirty="0"/>
          </a:p>
        </p:txBody>
      </p:sp>
      <p:grpSp>
        <p:nvGrpSpPr>
          <p:cNvPr id="18" name="Grup 17">
            <a:extLst>
              <a:ext uri="{FF2B5EF4-FFF2-40B4-BE49-F238E27FC236}">
                <a16:creationId xmlns:a16="http://schemas.microsoft.com/office/drawing/2014/main" id="{7B576EDF-31A9-FE1F-309C-6F32F65B429F}"/>
              </a:ext>
            </a:extLst>
          </p:cNvPr>
          <p:cNvGrpSpPr/>
          <p:nvPr/>
        </p:nvGrpSpPr>
        <p:grpSpPr>
          <a:xfrm rot="10800000">
            <a:off x="10057842" y="4237273"/>
            <a:ext cx="1865580" cy="2620727"/>
            <a:chOff x="9552195" y="3879917"/>
            <a:chExt cx="1865580" cy="2620727"/>
          </a:xfrm>
        </p:grpSpPr>
        <p:sp>
          <p:nvSpPr>
            <p:cNvPr id="19" name="object 3">
              <a:extLst>
                <a:ext uri="{FF2B5EF4-FFF2-40B4-BE49-F238E27FC236}">
                  <a16:creationId xmlns:a16="http://schemas.microsoft.com/office/drawing/2014/main" id="{DD808B82-2EB6-02F7-BC03-8BDE1C992864}"/>
                </a:ext>
              </a:extLst>
            </p:cNvPr>
            <p:cNvSpPr/>
            <p:nvPr/>
          </p:nvSpPr>
          <p:spPr>
            <a:xfrm>
              <a:off x="9552195" y="3879917"/>
              <a:ext cx="1530693" cy="2620727"/>
            </a:xfrm>
            <a:custGeom>
              <a:avLst/>
              <a:gdLst/>
              <a:ahLst/>
              <a:cxnLst/>
              <a:rect l="l" t="t" r="r" b="b"/>
              <a:pathLst>
                <a:path w="1755775" h="3842385">
                  <a:moveTo>
                    <a:pt x="1755433" y="0"/>
                  </a:moveTo>
                  <a:lnTo>
                    <a:pt x="0" y="0"/>
                  </a:lnTo>
                  <a:lnTo>
                    <a:pt x="1" y="2964216"/>
                  </a:lnTo>
                  <a:lnTo>
                    <a:pt x="1298" y="3012375"/>
                  </a:lnTo>
                  <a:lnTo>
                    <a:pt x="5150" y="3059855"/>
                  </a:lnTo>
                  <a:lnTo>
                    <a:pt x="11487" y="3106589"/>
                  </a:lnTo>
                  <a:lnTo>
                    <a:pt x="20244" y="3152510"/>
                  </a:lnTo>
                  <a:lnTo>
                    <a:pt x="31353" y="3197552"/>
                  </a:lnTo>
                  <a:lnTo>
                    <a:pt x="44747" y="3241647"/>
                  </a:lnTo>
                  <a:lnTo>
                    <a:pt x="60359" y="3284729"/>
                  </a:lnTo>
                  <a:lnTo>
                    <a:pt x="78122" y="3326730"/>
                  </a:lnTo>
                  <a:lnTo>
                    <a:pt x="97969" y="3367583"/>
                  </a:lnTo>
                  <a:lnTo>
                    <a:pt x="119834" y="3407223"/>
                  </a:lnTo>
                  <a:lnTo>
                    <a:pt x="143650" y="3445581"/>
                  </a:lnTo>
                  <a:lnTo>
                    <a:pt x="169349" y="3482591"/>
                  </a:lnTo>
                  <a:lnTo>
                    <a:pt x="196865" y="3518185"/>
                  </a:lnTo>
                  <a:lnTo>
                    <a:pt x="226130" y="3552298"/>
                  </a:lnTo>
                  <a:lnTo>
                    <a:pt x="257078" y="3584862"/>
                  </a:lnTo>
                  <a:lnTo>
                    <a:pt x="289642" y="3615810"/>
                  </a:lnTo>
                  <a:lnTo>
                    <a:pt x="323755" y="3645075"/>
                  </a:lnTo>
                  <a:lnTo>
                    <a:pt x="359349" y="3672591"/>
                  </a:lnTo>
                  <a:lnTo>
                    <a:pt x="396359" y="3698290"/>
                  </a:lnTo>
                  <a:lnTo>
                    <a:pt x="434717" y="3722105"/>
                  </a:lnTo>
                  <a:lnTo>
                    <a:pt x="474355" y="3743970"/>
                  </a:lnTo>
                  <a:lnTo>
                    <a:pt x="515208" y="3763817"/>
                  </a:lnTo>
                  <a:lnTo>
                    <a:pt x="557209" y="3781580"/>
                  </a:lnTo>
                  <a:lnTo>
                    <a:pt x="600289" y="3797192"/>
                  </a:lnTo>
                  <a:lnTo>
                    <a:pt x="644383" y="3810585"/>
                  </a:lnTo>
                  <a:lnTo>
                    <a:pt x="689424" y="3821694"/>
                  </a:lnTo>
                  <a:lnTo>
                    <a:pt x="735343" y="3830450"/>
                  </a:lnTo>
                  <a:lnTo>
                    <a:pt x="782076" y="3836788"/>
                  </a:lnTo>
                  <a:lnTo>
                    <a:pt x="829554" y="3840639"/>
                  </a:lnTo>
                  <a:lnTo>
                    <a:pt x="877711" y="3841935"/>
                  </a:lnTo>
                  <a:lnTo>
                    <a:pt x="925869" y="3840639"/>
                  </a:lnTo>
                  <a:lnTo>
                    <a:pt x="973348" y="3836788"/>
                  </a:lnTo>
                  <a:lnTo>
                    <a:pt x="1020081" y="3830450"/>
                  </a:lnTo>
                  <a:lnTo>
                    <a:pt x="1066002" y="3821694"/>
                  </a:lnTo>
                  <a:lnTo>
                    <a:pt x="1111043" y="3810585"/>
                  </a:lnTo>
                  <a:lnTo>
                    <a:pt x="1155138" y="3797192"/>
                  </a:lnTo>
                  <a:lnTo>
                    <a:pt x="1198219" y="3781580"/>
                  </a:lnTo>
                  <a:lnTo>
                    <a:pt x="1240220" y="3763817"/>
                  </a:lnTo>
                  <a:lnTo>
                    <a:pt x="1281074" y="3743970"/>
                  </a:lnTo>
                  <a:lnTo>
                    <a:pt x="1320713" y="3722105"/>
                  </a:lnTo>
                  <a:lnTo>
                    <a:pt x="1359071" y="3698290"/>
                  </a:lnTo>
                  <a:lnTo>
                    <a:pt x="1396081" y="3672591"/>
                  </a:lnTo>
                  <a:lnTo>
                    <a:pt x="1431676" y="3645075"/>
                  </a:lnTo>
                  <a:lnTo>
                    <a:pt x="1465789" y="3615810"/>
                  </a:lnTo>
                  <a:lnTo>
                    <a:pt x="1498353" y="3584862"/>
                  </a:lnTo>
                  <a:lnTo>
                    <a:pt x="1529301" y="3552298"/>
                  </a:lnTo>
                  <a:lnTo>
                    <a:pt x="1558567" y="3518185"/>
                  </a:lnTo>
                  <a:lnTo>
                    <a:pt x="1586083" y="3482591"/>
                  </a:lnTo>
                  <a:lnTo>
                    <a:pt x="1611782" y="3445581"/>
                  </a:lnTo>
                  <a:lnTo>
                    <a:pt x="1635598" y="3407223"/>
                  </a:lnTo>
                  <a:lnTo>
                    <a:pt x="1657463" y="3367583"/>
                  </a:lnTo>
                  <a:lnTo>
                    <a:pt x="1677310" y="3326730"/>
                  </a:lnTo>
                  <a:lnTo>
                    <a:pt x="1695074" y="3284729"/>
                  </a:lnTo>
                  <a:lnTo>
                    <a:pt x="1710686" y="3241647"/>
                  </a:lnTo>
                  <a:lnTo>
                    <a:pt x="1724080" y="3197552"/>
                  </a:lnTo>
                  <a:lnTo>
                    <a:pt x="1735188" y="3152510"/>
                  </a:lnTo>
                  <a:lnTo>
                    <a:pt x="1743945" y="3106589"/>
                  </a:lnTo>
                  <a:lnTo>
                    <a:pt x="1750283" y="3059855"/>
                  </a:lnTo>
                  <a:lnTo>
                    <a:pt x="1754134" y="3012375"/>
                  </a:lnTo>
                  <a:lnTo>
                    <a:pt x="1755434" y="2964216"/>
                  </a:lnTo>
                  <a:lnTo>
                    <a:pt x="1755433" y="0"/>
                  </a:lnTo>
                  <a:close/>
                </a:path>
              </a:pathLst>
            </a:custGeom>
            <a:solidFill>
              <a:schemeClr val="bg1">
                <a:alpha val="19999"/>
              </a:schemeClr>
            </a:solidFill>
            <a:ln>
              <a:solidFill>
                <a:schemeClr val="tx2"/>
              </a:solidFill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20" name="object 3">
              <a:extLst>
                <a:ext uri="{FF2B5EF4-FFF2-40B4-BE49-F238E27FC236}">
                  <a16:creationId xmlns:a16="http://schemas.microsoft.com/office/drawing/2014/main" id="{083C724D-F751-418C-8E6B-3235554E07CF}"/>
                </a:ext>
              </a:extLst>
            </p:cNvPr>
            <p:cNvSpPr/>
            <p:nvPr/>
          </p:nvSpPr>
          <p:spPr>
            <a:xfrm>
              <a:off x="9887082" y="3879917"/>
              <a:ext cx="1530693" cy="2620727"/>
            </a:xfrm>
            <a:custGeom>
              <a:avLst/>
              <a:gdLst/>
              <a:ahLst/>
              <a:cxnLst/>
              <a:rect l="l" t="t" r="r" b="b"/>
              <a:pathLst>
                <a:path w="1755775" h="3842385">
                  <a:moveTo>
                    <a:pt x="1755433" y="0"/>
                  </a:moveTo>
                  <a:lnTo>
                    <a:pt x="0" y="0"/>
                  </a:lnTo>
                  <a:lnTo>
                    <a:pt x="1" y="2964216"/>
                  </a:lnTo>
                  <a:lnTo>
                    <a:pt x="1298" y="3012375"/>
                  </a:lnTo>
                  <a:lnTo>
                    <a:pt x="5150" y="3059855"/>
                  </a:lnTo>
                  <a:lnTo>
                    <a:pt x="11487" y="3106589"/>
                  </a:lnTo>
                  <a:lnTo>
                    <a:pt x="20244" y="3152510"/>
                  </a:lnTo>
                  <a:lnTo>
                    <a:pt x="31353" y="3197552"/>
                  </a:lnTo>
                  <a:lnTo>
                    <a:pt x="44747" y="3241647"/>
                  </a:lnTo>
                  <a:lnTo>
                    <a:pt x="60359" y="3284729"/>
                  </a:lnTo>
                  <a:lnTo>
                    <a:pt x="78122" y="3326730"/>
                  </a:lnTo>
                  <a:lnTo>
                    <a:pt x="97969" y="3367583"/>
                  </a:lnTo>
                  <a:lnTo>
                    <a:pt x="119834" y="3407223"/>
                  </a:lnTo>
                  <a:lnTo>
                    <a:pt x="143650" y="3445581"/>
                  </a:lnTo>
                  <a:lnTo>
                    <a:pt x="169349" y="3482591"/>
                  </a:lnTo>
                  <a:lnTo>
                    <a:pt x="196865" y="3518185"/>
                  </a:lnTo>
                  <a:lnTo>
                    <a:pt x="226130" y="3552298"/>
                  </a:lnTo>
                  <a:lnTo>
                    <a:pt x="257078" y="3584862"/>
                  </a:lnTo>
                  <a:lnTo>
                    <a:pt x="289642" y="3615810"/>
                  </a:lnTo>
                  <a:lnTo>
                    <a:pt x="323755" y="3645075"/>
                  </a:lnTo>
                  <a:lnTo>
                    <a:pt x="359349" y="3672591"/>
                  </a:lnTo>
                  <a:lnTo>
                    <a:pt x="396359" y="3698290"/>
                  </a:lnTo>
                  <a:lnTo>
                    <a:pt x="434717" y="3722105"/>
                  </a:lnTo>
                  <a:lnTo>
                    <a:pt x="474355" y="3743970"/>
                  </a:lnTo>
                  <a:lnTo>
                    <a:pt x="515208" y="3763817"/>
                  </a:lnTo>
                  <a:lnTo>
                    <a:pt x="557209" y="3781580"/>
                  </a:lnTo>
                  <a:lnTo>
                    <a:pt x="600289" y="3797192"/>
                  </a:lnTo>
                  <a:lnTo>
                    <a:pt x="644383" y="3810585"/>
                  </a:lnTo>
                  <a:lnTo>
                    <a:pt x="689424" y="3821694"/>
                  </a:lnTo>
                  <a:lnTo>
                    <a:pt x="735343" y="3830450"/>
                  </a:lnTo>
                  <a:lnTo>
                    <a:pt x="782076" y="3836788"/>
                  </a:lnTo>
                  <a:lnTo>
                    <a:pt x="829554" y="3840639"/>
                  </a:lnTo>
                  <a:lnTo>
                    <a:pt x="877711" y="3841935"/>
                  </a:lnTo>
                  <a:lnTo>
                    <a:pt x="925869" y="3840639"/>
                  </a:lnTo>
                  <a:lnTo>
                    <a:pt x="973348" y="3836788"/>
                  </a:lnTo>
                  <a:lnTo>
                    <a:pt x="1020081" y="3830450"/>
                  </a:lnTo>
                  <a:lnTo>
                    <a:pt x="1066002" y="3821694"/>
                  </a:lnTo>
                  <a:lnTo>
                    <a:pt x="1111043" y="3810585"/>
                  </a:lnTo>
                  <a:lnTo>
                    <a:pt x="1155138" y="3797192"/>
                  </a:lnTo>
                  <a:lnTo>
                    <a:pt x="1198219" y="3781580"/>
                  </a:lnTo>
                  <a:lnTo>
                    <a:pt x="1240220" y="3763817"/>
                  </a:lnTo>
                  <a:lnTo>
                    <a:pt x="1281074" y="3743970"/>
                  </a:lnTo>
                  <a:lnTo>
                    <a:pt x="1320713" y="3722105"/>
                  </a:lnTo>
                  <a:lnTo>
                    <a:pt x="1359071" y="3698290"/>
                  </a:lnTo>
                  <a:lnTo>
                    <a:pt x="1396081" y="3672591"/>
                  </a:lnTo>
                  <a:lnTo>
                    <a:pt x="1431676" y="3645075"/>
                  </a:lnTo>
                  <a:lnTo>
                    <a:pt x="1465789" y="3615810"/>
                  </a:lnTo>
                  <a:lnTo>
                    <a:pt x="1498353" y="3584862"/>
                  </a:lnTo>
                  <a:lnTo>
                    <a:pt x="1529301" y="3552298"/>
                  </a:lnTo>
                  <a:lnTo>
                    <a:pt x="1558567" y="3518185"/>
                  </a:lnTo>
                  <a:lnTo>
                    <a:pt x="1586083" y="3482591"/>
                  </a:lnTo>
                  <a:lnTo>
                    <a:pt x="1611782" y="3445581"/>
                  </a:lnTo>
                  <a:lnTo>
                    <a:pt x="1635598" y="3407223"/>
                  </a:lnTo>
                  <a:lnTo>
                    <a:pt x="1657463" y="3367583"/>
                  </a:lnTo>
                  <a:lnTo>
                    <a:pt x="1677310" y="3326730"/>
                  </a:lnTo>
                  <a:lnTo>
                    <a:pt x="1695074" y="3284729"/>
                  </a:lnTo>
                  <a:lnTo>
                    <a:pt x="1710686" y="3241647"/>
                  </a:lnTo>
                  <a:lnTo>
                    <a:pt x="1724080" y="3197552"/>
                  </a:lnTo>
                  <a:lnTo>
                    <a:pt x="1735188" y="3152510"/>
                  </a:lnTo>
                  <a:lnTo>
                    <a:pt x="1743945" y="3106589"/>
                  </a:lnTo>
                  <a:lnTo>
                    <a:pt x="1750283" y="3059855"/>
                  </a:lnTo>
                  <a:lnTo>
                    <a:pt x="1754134" y="3012375"/>
                  </a:lnTo>
                  <a:lnTo>
                    <a:pt x="1755434" y="2964216"/>
                  </a:lnTo>
                  <a:lnTo>
                    <a:pt x="1755433" y="0"/>
                  </a:lnTo>
                  <a:close/>
                </a:path>
              </a:pathLst>
            </a:custGeom>
            <a:solidFill>
              <a:srgbClr val="B6CAFF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object 3">
            <a:extLst>
              <a:ext uri="{FF2B5EF4-FFF2-40B4-BE49-F238E27FC236}">
                <a16:creationId xmlns:a16="http://schemas.microsoft.com/office/drawing/2014/main" id="{40E19BBC-4576-ADB0-6378-1BF842F3D248}"/>
              </a:ext>
            </a:extLst>
          </p:cNvPr>
          <p:cNvSpPr>
            <a:spLocks noChangeAspect="1"/>
          </p:cNvSpPr>
          <p:nvPr/>
        </p:nvSpPr>
        <p:spPr>
          <a:xfrm>
            <a:off x="244769" y="-1438805"/>
            <a:ext cx="1314417" cy="3235678"/>
          </a:xfrm>
          <a:custGeom>
            <a:avLst/>
            <a:gdLst/>
            <a:ahLst/>
            <a:cxnLst/>
            <a:rect l="l" t="t" r="r" b="b"/>
            <a:pathLst>
              <a:path w="1755775" h="3842385">
                <a:moveTo>
                  <a:pt x="1755433" y="0"/>
                </a:moveTo>
                <a:lnTo>
                  <a:pt x="0" y="0"/>
                </a:lnTo>
                <a:lnTo>
                  <a:pt x="1" y="2964216"/>
                </a:lnTo>
                <a:lnTo>
                  <a:pt x="1298" y="3012375"/>
                </a:lnTo>
                <a:lnTo>
                  <a:pt x="5150" y="3059855"/>
                </a:lnTo>
                <a:lnTo>
                  <a:pt x="11487" y="3106589"/>
                </a:lnTo>
                <a:lnTo>
                  <a:pt x="20244" y="3152510"/>
                </a:lnTo>
                <a:lnTo>
                  <a:pt x="31353" y="3197552"/>
                </a:lnTo>
                <a:lnTo>
                  <a:pt x="44747" y="3241647"/>
                </a:lnTo>
                <a:lnTo>
                  <a:pt x="60359" y="3284729"/>
                </a:lnTo>
                <a:lnTo>
                  <a:pt x="78122" y="3326730"/>
                </a:lnTo>
                <a:lnTo>
                  <a:pt x="97969" y="3367583"/>
                </a:lnTo>
                <a:lnTo>
                  <a:pt x="119834" y="3407223"/>
                </a:lnTo>
                <a:lnTo>
                  <a:pt x="143650" y="3445581"/>
                </a:lnTo>
                <a:lnTo>
                  <a:pt x="169349" y="3482591"/>
                </a:lnTo>
                <a:lnTo>
                  <a:pt x="196865" y="3518185"/>
                </a:lnTo>
                <a:lnTo>
                  <a:pt x="226130" y="3552298"/>
                </a:lnTo>
                <a:lnTo>
                  <a:pt x="257078" y="3584862"/>
                </a:lnTo>
                <a:lnTo>
                  <a:pt x="289642" y="3615810"/>
                </a:lnTo>
                <a:lnTo>
                  <a:pt x="323755" y="3645075"/>
                </a:lnTo>
                <a:lnTo>
                  <a:pt x="359349" y="3672591"/>
                </a:lnTo>
                <a:lnTo>
                  <a:pt x="396359" y="3698290"/>
                </a:lnTo>
                <a:lnTo>
                  <a:pt x="434717" y="3722105"/>
                </a:lnTo>
                <a:lnTo>
                  <a:pt x="474355" y="3743970"/>
                </a:lnTo>
                <a:lnTo>
                  <a:pt x="515208" y="3763817"/>
                </a:lnTo>
                <a:lnTo>
                  <a:pt x="557209" y="3781580"/>
                </a:lnTo>
                <a:lnTo>
                  <a:pt x="600289" y="3797192"/>
                </a:lnTo>
                <a:lnTo>
                  <a:pt x="644383" y="3810585"/>
                </a:lnTo>
                <a:lnTo>
                  <a:pt x="689424" y="3821694"/>
                </a:lnTo>
                <a:lnTo>
                  <a:pt x="735343" y="3830450"/>
                </a:lnTo>
                <a:lnTo>
                  <a:pt x="782076" y="3836788"/>
                </a:lnTo>
                <a:lnTo>
                  <a:pt x="829554" y="3840639"/>
                </a:lnTo>
                <a:lnTo>
                  <a:pt x="877711" y="3841935"/>
                </a:lnTo>
                <a:lnTo>
                  <a:pt x="925869" y="3840639"/>
                </a:lnTo>
                <a:lnTo>
                  <a:pt x="973348" y="3836788"/>
                </a:lnTo>
                <a:lnTo>
                  <a:pt x="1020081" y="3830450"/>
                </a:lnTo>
                <a:lnTo>
                  <a:pt x="1066002" y="3821694"/>
                </a:lnTo>
                <a:lnTo>
                  <a:pt x="1111043" y="3810585"/>
                </a:lnTo>
                <a:lnTo>
                  <a:pt x="1155138" y="3797192"/>
                </a:lnTo>
                <a:lnTo>
                  <a:pt x="1198219" y="3781580"/>
                </a:lnTo>
                <a:lnTo>
                  <a:pt x="1240220" y="3763817"/>
                </a:lnTo>
                <a:lnTo>
                  <a:pt x="1281074" y="3743970"/>
                </a:lnTo>
                <a:lnTo>
                  <a:pt x="1320713" y="3722105"/>
                </a:lnTo>
                <a:lnTo>
                  <a:pt x="1359071" y="3698290"/>
                </a:lnTo>
                <a:lnTo>
                  <a:pt x="1396081" y="3672591"/>
                </a:lnTo>
                <a:lnTo>
                  <a:pt x="1431676" y="3645075"/>
                </a:lnTo>
                <a:lnTo>
                  <a:pt x="1465789" y="3615810"/>
                </a:lnTo>
                <a:lnTo>
                  <a:pt x="1498353" y="3584862"/>
                </a:lnTo>
                <a:lnTo>
                  <a:pt x="1529301" y="3552298"/>
                </a:lnTo>
                <a:lnTo>
                  <a:pt x="1558567" y="3518185"/>
                </a:lnTo>
                <a:lnTo>
                  <a:pt x="1586083" y="3482591"/>
                </a:lnTo>
                <a:lnTo>
                  <a:pt x="1611782" y="3445581"/>
                </a:lnTo>
                <a:lnTo>
                  <a:pt x="1635598" y="3407223"/>
                </a:lnTo>
                <a:lnTo>
                  <a:pt x="1657463" y="3367583"/>
                </a:lnTo>
                <a:lnTo>
                  <a:pt x="1677310" y="3326730"/>
                </a:lnTo>
                <a:lnTo>
                  <a:pt x="1695074" y="3284729"/>
                </a:lnTo>
                <a:lnTo>
                  <a:pt x="1710686" y="3241647"/>
                </a:lnTo>
                <a:lnTo>
                  <a:pt x="1724080" y="3197552"/>
                </a:lnTo>
                <a:lnTo>
                  <a:pt x="1735188" y="3152510"/>
                </a:lnTo>
                <a:lnTo>
                  <a:pt x="1743945" y="3106589"/>
                </a:lnTo>
                <a:lnTo>
                  <a:pt x="1750283" y="3059855"/>
                </a:lnTo>
                <a:lnTo>
                  <a:pt x="1754134" y="3012375"/>
                </a:lnTo>
                <a:lnTo>
                  <a:pt x="1755434" y="2964216"/>
                </a:lnTo>
                <a:lnTo>
                  <a:pt x="1755433" y="0"/>
                </a:lnTo>
                <a:close/>
              </a:path>
            </a:pathLst>
          </a:custGeom>
          <a:solidFill>
            <a:srgbClr val="B6CAFF">
              <a:alpha val="19999"/>
            </a:srgbClr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4" name="object 3">
            <a:extLst>
              <a:ext uri="{FF2B5EF4-FFF2-40B4-BE49-F238E27FC236}">
                <a16:creationId xmlns:a16="http://schemas.microsoft.com/office/drawing/2014/main" id="{8CDC44B0-B19A-EA2C-C22E-9AA8EB4D73E7}"/>
              </a:ext>
            </a:extLst>
          </p:cNvPr>
          <p:cNvSpPr/>
          <p:nvPr/>
        </p:nvSpPr>
        <p:spPr>
          <a:xfrm rot="10800000">
            <a:off x="10696639" y="3616424"/>
            <a:ext cx="1314417" cy="3358950"/>
          </a:xfrm>
          <a:custGeom>
            <a:avLst/>
            <a:gdLst/>
            <a:ahLst/>
            <a:cxnLst/>
            <a:rect l="l" t="t" r="r" b="b"/>
            <a:pathLst>
              <a:path w="1755775" h="3842385">
                <a:moveTo>
                  <a:pt x="1755433" y="0"/>
                </a:moveTo>
                <a:lnTo>
                  <a:pt x="0" y="0"/>
                </a:lnTo>
                <a:lnTo>
                  <a:pt x="1" y="2964216"/>
                </a:lnTo>
                <a:lnTo>
                  <a:pt x="1298" y="3012375"/>
                </a:lnTo>
                <a:lnTo>
                  <a:pt x="5150" y="3059855"/>
                </a:lnTo>
                <a:lnTo>
                  <a:pt x="11487" y="3106589"/>
                </a:lnTo>
                <a:lnTo>
                  <a:pt x="20244" y="3152510"/>
                </a:lnTo>
                <a:lnTo>
                  <a:pt x="31353" y="3197552"/>
                </a:lnTo>
                <a:lnTo>
                  <a:pt x="44747" y="3241647"/>
                </a:lnTo>
                <a:lnTo>
                  <a:pt x="60359" y="3284729"/>
                </a:lnTo>
                <a:lnTo>
                  <a:pt x="78122" y="3326730"/>
                </a:lnTo>
                <a:lnTo>
                  <a:pt x="97969" y="3367583"/>
                </a:lnTo>
                <a:lnTo>
                  <a:pt x="119834" y="3407223"/>
                </a:lnTo>
                <a:lnTo>
                  <a:pt x="143650" y="3445581"/>
                </a:lnTo>
                <a:lnTo>
                  <a:pt x="169349" y="3482591"/>
                </a:lnTo>
                <a:lnTo>
                  <a:pt x="196865" y="3518185"/>
                </a:lnTo>
                <a:lnTo>
                  <a:pt x="226130" y="3552298"/>
                </a:lnTo>
                <a:lnTo>
                  <a:pt x="257078" y="3584862"/>
                </a:lnTo>
                <a:lnTo>
                  <a:pt x="289642" y="3615810"/>
                </a:lnTo>
                <a:lnTo>
                  <a:pt x="323755" y="3645075"/>
                </a:lnTo>
                <a:lnTo>
                  <a:pt x="359349" y="3672591"/>
                </a:lnTo>
                <a:lnTo>
                  <a:pt x="396359" y="3698290"/>
                </a:lnTo>
                <a:lnTo>
                  <a:pt x="434717" y="3722105"/>
                </a:lnTo>
                <a:lnTo>
                  <a:pt x="474355" y="3743970"/>
                </a:lnTo>
                <a:lnTo>
                  <a:pt x="515208" y="3763817"/>
                </a:lnTo>
                <a:lnTo>
                  <a:pt x="557209" y="3781580"/>
                </a:lnTo>
                <a:lnTo>
                  <a:pt x="600289" y="3797192"/>
                </a:lnTo>
                <a:lnTo>
                  <a:pt x="644383" y="3810585"/>
                </a:lnTo>
                <a:lnTo>
                  <a:pt x="689424" y="3821694"/>
                </a:lnTo>
                <a:lnTo>
                  <a:pt x="735343" y="3830450"/>
                </a:lnTo>
                <a:lnTo>
                  <a:pt x="782076" y="3836788"/>
                </a:lnTo>
                <a:lnTo>
                  <a:pt x="829554" y="3840639"/>
                </a:lnTo>
                <a:lnTo>
                  <a:pt x="877711" y="3841935"/>
                </a:lnTo>
                <a:lnTo>
                  <a:pt x="925869" y="3840639"/>
                </a:lnTo>
                <a:lnTo>
                  <a:pt x="973348" y="3836788"/>
                </a:lnTo>
                <a:lnTo>
                  <a:pt x="1020081" y="3830450"/>
                </a:lnTo>
                <a:lnTo>
                  <a:pt x="1066002" y="3821694"/>
                </a:lnTo>
                <a:lnTo>
                  <a:pt x="1111043" y="3810585"/>
                </a:lnTo>
                <a:lnTo>
                  <a:pt x="1155138" y="3797192"/>
                </a:lnTo>
                <a:lnTo>
                  <a:pt x="1198219" y="3781580"/>
                </a:lnTo>
                <a:lnTo>
                  <a:pt x="1240220" y="3763817"/>
                </a:lnTo>
                <a:lnTo>
                  <a:pt x="1281074" y="3743970"/>
                </a:lnTo>
                <a:lnTo>
                  <a:pt x="1320713" y="3722105"/>
                </a:lnTo>
                <a:lnTo>
                  <a:pt x="1359071" y="3698290"/>
                </a:lnTo>
                <a:lnTo>
                  <a:pt x="1396081" y="3672591"/>
                </a:lnTo>
                <a:lnTo>
                  <a:pt x="1431676" y="3645075"/>
                </a:lnTo>
                <a:lnTo>
                  <a:pt x="1465789" y="3615810"/>
                </a:lnTo>
                <a:lnTo>
                  <a:pt x="1498353" y="3584862"/>
                </a:lnTo>
                <a:lnTo>
                  <a:pt x="1529301" y="3552298"/>
                </a:lnTo>
                <a:lnTo>
                  <a:pt x="1558567" y="3518185"/>
                </a:lnTo>
                <a:lnTo>
                  <a:pt x="1586083" y="3482591"/>
                </a:lnTo>
                <a:lnTo>
                  <a:pt x="1611782" y="3445581"/>
                </a:lnTo>
                <a:lnTo>
                  <a:pt x="1635598" y="3407223"/>
                </a:lnTo>
                <a:lnTo>
                  <a:pt x="1657463" y="3367583"/>
                </a:lnTo>
                <a:lnTo>
                  <a:pt x="1677310" y="3326730"/>
                </a:lnTo>
                <a:lnTo>
                  <a:pt x="1695074" y="3284729"/>
                </a:lnTo>
                <a:lnTo>
                  <a:pt x="1710686" y="3241647"/>
                </a:lnTo>
                <a:lnTo>
                  <a:pt x="1724080" y="3197552"/>
                </a:lnTo>
                <a:lnTo>
                  <a:pt x="1735188" y="3152510"/>
                </a:lnTo>
                <a:lnTo>
                  <a:pt x="1743945" y="3106589"/>
                </a:lnTo>
                <a:lnTo>
                  <a:pt x="1750283" y="3059855"/>
                </a:lnTo>
                <a:lnTo>
                  <a:pt x="1754134" y="3012375"/>
                </a:lnTo>
                <a:lnTo>
                  <a:pt x="1755434" y="2964216"/>
                </a:lnTo>
                <a:lnTo>
                  <a:pt x="1755433" y="0"/>
                </a:lnTo>
                <a:close/>
              </a:path>
            </a:pathLst>
          </a:custGeom>
          <a:solidFill>
            <a:srgbClr val="EDF3FF">
              <a:alpha val="13998"/>
            </a:srgbClr>
          </a:solidFill>
          <a:ln>
            <a:noFill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5">
            <a:extLst>
              <a:ext uri="{FF2B5EF4-FFF2-40B4-BE49-F238E27FC236}">
                <a16:creationId xmlns:a16="http://schemas.microsoft.com/office/drawing/2014/main" id="{E7ED1AF8-4120-9C4A-E4A5-C6FC83DC6DE2}"/>
              </a:ext>
            </a:extLst>
          </p:cNvPr>
          <p:cNvSpPr/>
          <p:nvPr/>
        </p:nvSpPr>
        <p:spPr>
          <a:xfrm>
            <a:off x="107004" y="6230270"/>
            <a:ext cx="11904051" cy="496126"/>
          </a:xfrm>
          <a:custGeom>
            <a:avLst/>
            <a:gdLst/>
            <a:ahLst/>
            <a:cxnLst/>
            <a:rect l="l" t="t" r="r" b="b"/>
            <a:pathLst>
              <a:path w="17444720" h="795020">
                <a:moveTo>
                  <a:pt x="17155708" y="0"/>
                </a:moveTo>
                <a:lnTo>
                  <a:pt x="288965" y="0"/>
                </a:lnTo>
                <a:lnTo>
                  <a:pt x="242091" y="3782"/>
                </a:lnTo>
                <a:lnTo>
                  <a:pt x="197627" y="14732"/>
                </a:lnTo>
                <a:lnTo>
                  <a:pt x="156166" y="32254"/>
                </a:lnTo>
                <a:lnTo>
                  <a:pt x="118303" y="55754"/>
                </a:lnTo>
                <a:lnTo>
                  <a:pt x="84633" y="84637"/>
                </a:lnTo>
                <a:lnTo>
                  <a:pt x="55751" y="118307"/>
                </a:lnTo>
                <a:lnTo>
                  <a:pt x="32252" y="156170"/>
                </a:lnTo>
                <a:lnTo>
                  <a:pt x="14731" y="197631"/>
                </a:lnTo>
                <a:lnTo>
                  <a:pt x="3781" y="242094"/>
                </a:lnTo>
                <a:lnTo>
                  <a:pt x="0" y="288965"/>
                </a:lnTo>
                <a:lnTo>
                  <a:pt x="0" y="505461"/>
                </a:lnTo>
                <a:lnTo>
                  <a:pt x="3781" y="552331"/>
                </a:lnTo>
                <a:lnTo>
                  <a:pt x="14731" y="596794"/>
                </a:lnTo>
                <a:lnTo>
                  <a:pt x="32252" y="638255"/>
                </a:lnTo>
                <a:lnTo>
                  <a:pt x="55751" y="676118"/>
                </a:lnTo>
                <a:lnTo>
                  <a:pt x="84633" y="709788"/>
                </a:lnTo>
                <a:lnTo>
                  <a:pt x="118303" y="738671"/>
                </a:lnTo>
                <a:lnTo>
                  <a:pt x="156166" y="762171"/>
                </a:lnTo>
                <a:lnTo>
                  <a:pt x="197627" y="779694"/>
                </a:lnTo>
                <a:lnTo>
                  <a:pt x="242091" y="790643"/>
                </a:lnTo>
                <a:lnTo>
                  <a:pt x="288965" y="794426"/>
                </a:lnTo>
                <a:lnTo>
                  <a:pt x="17155708" y="794426"/>
                </a:lnTo>
                <a:lnTo>
                  <a:pt x="17202578" y="790643"/>
                </a:lnTo>
                <a:lnTo>
                  <a:pt x="17247041" y="779694"/>
                </a:lnTo>
                <a:lnTo>
                  <a:pt x="17288502" y="762171"/>
                </a:lnTo>
                <a:lnTo>
                  <a:pt x="17326365" y="738671"/>
                </a:lnTo>
                <a:lnTo>
                  <a:pt x="17360035" y="709788"/>
                </a:lnTo>
                <a:lnTo>
                  <a:pt x="17388918" y="676118"/>
                </a:lnTo>
                <a:lnTo>
                  <a:pt x="17412418" y="638255"/>
                </a:lnTo>
                <a:lnTo>
                  <a:pt x="17429940" y="596794"/>
                </a:lnTo>
                <a:lnTo>
                  <a:pt x="17440890" y="552331"/>
                </a:lnTo>
                <a:lnTo>
                  <a:pt x="17444673" y="505461"/>
                </a:lnTo>
                <a:lnTo>
                  <a:pt x="17444673" y="288965"/>
                </a:lnTo>
                <a:lnTo>
                  <a:pt x="17440890" y="242094"/>
                </a:lnTo>
                <a:lnTo>
                  <a:pt x="17429940" y="197631"/>
                </a:lnTo>
                <a:lnTo>
                  <a:pt x="17412418" y="156170"/>
                </a:lnTo>
                <a:lnTo>
                  <a:pt x="17388918" y="118307"/>
                </a:lnTo>
                <a:lnTo>
                  <a:pt x="17360035" y="84637"/>
                </a:lnTo>
                <a:lnTo>
                  <a:pt x="17326365" y="55754"/>
                </a:lnTo>
                <a:lnTo>
                  <a:pt x="17288502" y="32254"/>
                </a:lnTo>
                <a:lnTo>
                  <a:pt x="17247041" y="14732"/>
                </a:lnTo>
                <a:lnTo>
                  <a:pt x="17202578" y="3782"/>
                </a:lnTo>
                <a:lnTo>
                  <a:pt x="17155708" y="0"/>
                </a:lnTo>
                <a:close/>
              </a:path>
            </a:pathLst>
          </a:custGeom>
          <a:solidFill>
            <a:srgbClr val="DCE8FF">
              <a:alpha val="50000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66733" y="379667"/>
            <a:ext cx="3667158" cy="47891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lang="tr-TR" sz="2392" b="1" dirty="0" err="1">
                <a:solidFill>
                  <a:schemeClr val="tx2">
                    <a:lumMod val="50000"/>
                  </a:schemeClr>
                </a:solidFill>
              </a:rPr>
              <a:t>Recommandation</a:t>
            </a:r>
            <a:r>
              <a:rPr lang="tr-TR" sz="2392" b="1" dirty="0">
                <a:solidFill>
                  <a:schemeClr val="tx2">
                    <a:lumMod val="50000"/>
                  </a:schemeClr>
                </a:solidFill>
              </a:rPr>
              <a:t> Hakkında</a:t>
            </a:r>
            <a:endParaRPr sz="2392" b="1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4" name="object 7">
            <a:extLst>
              <a:ext uri="{FF2B5EF4-FFF2-40B4-BE49-F238E27FC236}">
                <a16:creationId xmlns:a16="http://schemas.microsoft.com/office/drawing/2014/main" id="{6F2CF0A4-4C28-9146-4AAC-19AA9EE8419F}"/>
              </a:ext>
            </a:extLst>
          </p:cNvPr>
          <p:cNvSpPr>
            <a:spLocks noChangeAspect="1"/>
          </p:cNvSpPr>
          <p:nvPr/>
        </p:nvSpPr>
        <p:spPr>
          <a:xfrm>
            <a:off x="11014675" y="6418761"/>
            <a:ext cx="680836" cy="121376"/>
          </a:xfrm>
          <a:custGeom>
            <a:avLst/>
            <a:gdLst/>
            <a:ahLst/>
            <a:cxnLst/>
            <a:rect l="l" t="t" r="r" b="b"/>
            <a:pathLst>
              <a:path w="1969770" h="351154">
                <a:moveTo>
                  <a:pt x="235800" y="57454"/>
                </a:moveTo>
                <a:lnTo>
                  <a:pt x="0" y="57454"/>
                </a:lnTo>
                <a:lnTo>
                  <a:pt x="0" y="293255"/>
                </a:lnTo>
                <a:lnTo>
                  <a:pt x="235800" y="293255"/>
                </a:lnTo>
                <a:lnTo>
                  <a:pt x="235800" y="57454"/>
                </a:lnTo>
                <a:close/>
              </a:path>
              <a:path w="1969770" h="351154">
                <a:moveTo>
                  <a:pt x="612825" y="167817"/>
                </a:moveTo>
                <a:lnTo>
                  <a:pt x="609282" y="126669"/>
                </a:lnTo>
                <a:lnTo>
                  <a:pt x="598157" y="87655"/>
                </a:lnTo>
                <a:lnTo>
                  <a:pt x="578739" y="53174"/>
                </a:lnTo>
                <a:lnTo>
                  <a:pt x="550316" y="25603"/>
                </a:lnTo>
                <a:lnTo>
                  <a:pt x="516242" y="9283"/>
                </a:lnTo>
                <a:lnTo>
                  <a:pt x="516242" y="137693"/>
                </a:lnTo>
                <a:lnTo>
                  <a:pt x="392950" y="137693"/>
                </a:lnTo>
                <a:lnTo>
                  <a:pt x="397992" y="115531"/>
                </a:lnTo>
                <a:lnTo>
                  <a:pt x="409727" y="93510"/>
                </a:lnTo>
                <a:lnTo>
                  <a:pt x="429158" y="76619"/>
                </a:lnTo>
                <a:lnTo>
                  <a:pt x="457327" y="69875"/>
                </a:lnTo>
                <a:lnTo>
                  <a:pt x="486765" y="76911"/>
                </a:lnTo>
                <a:lnTo>
                  <a:pt x="504761" y="94272"/>
                </a:lnTo>
                <a:lnTo>
                  <a:pt x="513778" y="116395"/>
                </a:lnTo>
                <a:lnTo>
                  <a:pt x="516128" y="136740"/>
                </a:lnTo>
                <a:lnTo>
                  <a:pt x="516242" y="137693"/>
                </a:lnTo>
                <a:lnTo>
                  <a:pt x="516242" y="9283"/>
                </a:lnTo>
                <a:lnTo>
                  <a:pt x="512140" y="7315"/>
                </a:lnTo>
                <a:lnTo>
                  <a:pt x="463499" y="698"/>
                </a:lnTo>
                <a:lnTo>
                  <a:pt x="410540" y="8039"/>
                </a:lnTo>
                <a:lnTo>
                  <a:pt x="367880" y="28168"/>
                </a:lnTo>
                <a:lnTo>
                  <a:pt x="335241" y="58229"/>
                </a:lnTo>
                <a:lnTo>
                  <a:pt x="312293" y="95377"/>
                </a:lnTo>
                <a:lnTo>
                  <a:pt x="298754" y="136740"/>
                </a:lnTo>
                <a:lnTo>
                  <a:pt x="294309" y="179476"/>
                </a:lnTo>
                <a:lnTo>
                  <a:pt x="299656" y="228498"/>
                </a:lnTo>
                <a:lnTo>
                  <a:pt x="315391" y="270268"/>
                </a:lnTo>
                <a:lnTo>
                  <a:pt x="341058" y="304050"/>
                </a:lnTo>
                <a:lnTo>
                  <a:pt x="376212" y="329095"/>
                </a:lnTo>
                <a:lnTo>
                  <a:pt x="420370" y="344665"/>
                </a:lnTo>
                <a:lnTo>
                  <a:pt x="473087" y="350024"/>
                </a:lnTo>
                <a:lnTo>
                  <a:pt x="506285" y="348729"/>
                </a:lnTo>
                <a:lnTo>
                  <a:pt x="537819" y="344805"/>
                </a:lnTo>
                <a:lnTo>
                  <a:pt x="567296" y="338175"/>
                </a:lnTo>
                <a:lnTo>
                  <a:pt x="594334" y="328790"/>
                </a:lnTo>
                <a:lnTo>
                  <a:pt x="583425" y="272630"/>
                </a:lnTo>
                <a:lnTo>
                  <a:pt x="580631" y="258254"/>
                </a:lnTo>
                <a:lnTo>
                  <a:pt x="559333" y="264541"/>
                </a:lnTo>
                <a:lnTo>
                  <a:pt x="537210" y="269024"/>
                </a:lnTo>
                <a:lnTo>
                  <a:pt x="513676" y="271729"/>
                </a:lnTo>
                <a:lnTo>
                  <a:pt x="488149" y="272630"/>
                </a:lnTo>
                <a:lnTo>
                  <a:pt x="453250" y="268744"/>
                </a:lnTo>
                <a:lnTo>
                  <a:pt x="423684" y="256959"/>
                </a:lnTo>
                <a:lnTo>
                  <a:pt x="402717" y="237083"/>
                </a:lnTo>
                <a:lnTo>
                  <a:pt x="393636" y="208915"/>
                </a:lnTo>
                <a:lnTo>
                  <a:pt x="609396" y="208915"/>
                </a:lnTo>
                <a:lnTo>
                  <a:pt x="610501" y="201828"/>
                </a:lnTo>
                <a:lnTo>
                  <a:pt x="611619" y="192227"/>
                </a:lnTo>
                <a:lnTo>
                  <a:pt x="612482" y="180695"/>
                </a:lnTo>
                <a:lnTo>
                  <a:pt x="612825" y="167817"/>
                </a:lnTo>
                <a:close/>
              </a:path>
              <a:path w="1969770" h="351154">
                <a:moveTo>
                  <a:pt x="960602" y="148628"/>
                </a:moveTo>
                <a:lnTo>
                  <a:pt x="954709" y="95719"/>
                </a:lnTo>
                <a:lnTo>
                  <a:pt x="938136" y="55156"/>
                </a:lnTo>
                <a:lnTo>
                  <a:pt x="912520" y="26581"/>
                </a:lnTo>
                <a:lnTo>
                  <a:pt x="840740" y="4114"/>
                </a:lnTo>
                <a:lnTo>
                  <a:pt x="802805" y="9486"/>
                </a:lnTo>
                <a:lnTo>
                  <a:pt x="773099" y="22948"/>
                </a:lnTo>
                <a:lnTo>
                  <a:pt x="751344" y="40513"/>
                </a:lnTo>
                <a:lnTo>
                  <a:pt x="737298" y="58216"/>
                </a:lnTo>
                <a:lnTo>
                  <a:pt x="735266" y="58216"/>
                </a:lnTo>
                <a:lnTo>
                  <a:pt x="730465" y="11645"/>
                </a:lnTo>
                <a:lnTo>
                  <a:pt x="640054" y="11645"/>
                </a:lnTo>
                <a:lnTo>
                  <a:pt x="641934" y="60706"/>
                </a:lnTo>
                <a:lnTo>
                  <a:pt x="642556" y="88404"/>
                </a:lnTo>
                <a:lnTo>
                  <a:pt x="642797" y="118491"/>
                </a:lnTo>
                <a:lnTo>
                  <a:pt x="642797" y="346595"/>
                </a:lnTo>
                <a:lnTo>
                  <a:pt x="746899" y="346595"/>
                </a:lnTo>
                <a:lnTo>
                  <a:pt x="746899" y="153441"/>
                </a:lnTo>
                <a:lnTo>
                  <a:pt x="747039" y="146291"/>
                </a:lnTo>
                <a:lnTo>
                  <a:pt x="769073" y="100685"/>
                </a:lnTo>
                <a:lnTo>
                  <a:pt x="803757" y="88366"/>
                </a:lnTo>
                <a:lnTo>
                  <a:pt x="827887" y="93637"/>
                </a:lnTo>
                <a:lnTo>
                  <a:pt x="844245" y="108483"/>
                </a:lnTo>
                <a:lnTo>
                  <a:pt x="853541" y="131419"/>
                </a:lnTo>
                <a:lnTo>
                  <a:pt x="856488" y="160972"/>
                </a:lnTo>
                <a:lnTo>
                  <a:pt x="856488" y="346595"/>
                </a:lnTo>
                <a:lnTo>
                  <a:pt x="960602" y="346595"/>
                </a:lnTo>
                <a:lnTo>
                  <a:pt x="960602" y="148628"/>
                </a:lnTo>
                <a:close/>
              </a:path>
              <a:path w="1969770" h="351154">
                <a:moveTo>
                  <a:pt x="1337843" y="171919"/>
                </a:moveTo>
                <a:lnTo>
                  <a:pt x="1332293" y="123990"/>
                </a:lnTo>
                <a:lnTo>
                  <a:pt x="1316304" y="82296"/>
                </a:lnTo>
                <a:lnTo>
                  <a:pt x="1310640" y="74663"/>
                </a:lnTo>
                <a:lnTo>
                  <a:pt x="1290840" y="47955"/>
                </a:lnTo>
                <a:lnTo>
                  <a:pt x="1256868" y="22047"/>
                </a:lnTo>
                <a:lnTo>
                  <a:pt x="1230312" y="11595"/>
                </a:lnTo>
                <a:lnTo>
                  <a:pt x="1230312" y="174663"/>
                </a:lnTo>
                <a:lnTo>
                  <a:pt x="1225804" y="215353"/>
                </a:lnTo>
                <a:lnTo>
                  <a:pt x="1225702" y="216217"/>
                </a:lnTo>
                <a:lnTo>
                  <a:pt x="1212507" y="248208"/>
                </a:lnTo>
                <a:lnTo>
                  <a:pt x="1191590" y="268770"/>
                </a:lnTo>
                <a:lnTo>
                  <a:pt x="1163866" y="276034"/>
                </a:lnTo>
                <a:lnTo>
                  <a:pt x="1134376" y="268401"/>
                </a:lnTo>
                <a:lnTo>
                  <a:pt x="1112926" y="247269"/>
                </a:lnTo>
                <a:lnTo>
                  <a:pt x="1099820" y="215353"/>
                </a:lnTo>
                <a:lnTo>
                  <a:pt x="1095375" y="175348"/>
                </a:lnTo>
                <a:lnTo>
                  <a:pt x="1099146" y="138811"/>
                </a:lnTo>
                <a:lnTo>
                  <a:pt x="1111135" y="106502"/>
                </a:lnTo>
                <a:lnTo>
                  <a:pt x="1132306" y="83515"/>
                </a:lnTo>
                <a:lnTo>
                  <a:pt x="1132154" y="83515"/>
                </a:lnTo>
                <a:lnTo>
                  <a:pt x="1163866" y="74663"/>
                </a:lnTo>
                <a:lnTo>
                  <a:pt x="1194752" y="83515"/>
                </a:lnTo>
                <a:lnTo>
                  <a:pt x="1194333" y="83515"/>
                </a:lnTo>
                <a:lnTo>
                  <a:pt x="1214805" y="106159"/>
                </a:lnTo>
                <a:lnTo>
                  <a:pt x="1226578" y="138226"/>
                </a:lnTo>
                <a:lnTo>
                  <a:pt x="1230312" y="174663"/>
                </a:lnTo>
                <a:lnTo>
                  <a:pt x="1230312" y="11595"/>
                </a:lnTo>
                <a:lnTo>
                  <a:pt x="1215364" y="5702"/>
                </a:lnTo>
                <a:lnTo>
                  <a:pt x="1167295" y="0"/>
                </a:lnTo>
                <a:lnTo>
                  <a:pt x="1115822" y="5702"/>
                </a:lnTo>
                <a:lnTo>
                  <a:pt x="1116241" y="5702"/>
                </a:lnTo>
                <a:lnTo>
                  <a:pt x="1072565" y="22047"/>
                </a:lnTo>
                <a:lnTo>
                  <a:pt x="1036980" y="48209"/>
                </a:lnTo>
                <a:lnTo>
                  <a:pt x="1010310" y="83515"/>
                </a:lnTo>
                <a:lnTo>
                  <a:pt x="993609" y="127076"/>
                </a:lnTo>
                <a:lnTo>
                  <a:pt x="987831" y="178079"/>
                </a:lnTo>
                <a:lnTo>
                  <a:pt x="993787" y="227736"/>
                </a:lnTo>
                <a:lnTo>
                  <a:pt x="993863" y="228447"/>
                </a:lnTo>
                <a:lnTo>
                  <a:pt x="1010996" y="270929"/>
                </a:lnTo>
                <a:lnTo>
                  <a:pt x="1037742" y="304977"/>
                </a:lnTo>
                <a:lnTo>
                  <a:pt x="1072667" y="329996"/>
                </a:lnTo>
                <a:lnTo>
                  <a:pt x="1114285" y="345427"/>
                </a:lnTo>
                <a:lnTo>
                  <a:pt x="1161122" y="350697"/>
                </a:lnTo>
                <a:lnTo>
                  <a:pt x="1205369" y="345960"/>
                </a:lnTo>
                <a:lnTo>
                  <a:pt x="1246822" y="331597"/>
                </a:lnTo>
                <a:lnTo>
                  <a:pt x="1283131" y="307289"/>
                </a:lnTo>
                <a:lnTo>
                  <a:pt x="1309230" y="276034"/>
                </a:lnTo>
                <a:lnTo>
                  <a:pt x="1311973" y="272757"/>
                </a:lnTo>
                <a:lnTo>
                  <a:pt x="1330985" y="227736"/>
                </a:lnTo>
                <a:lnTo>
                  <a:pt x="1337843" y="171919"/>
                </a:lnTo>
                <a:close/>
              </a:path>
              <a:path w="1969770" h="351154">
                <a:moveTo>
                  <a:pt x="1636318" y="13716"/>
                </a:moveTo>
                <a:lnTo>
                  <a:pt x="1618513" y="8216"/>
                </a:lnTo>
                <a:lnTo>
                  <a:pt x="1598650" y="4127"/>
                </a:lnTo>
                <a:lnTo>
                  <a:pt x="1577759" y="1574"/>
                </a:lnTo>
                <a:lnTo>
                  <a:pt x="1556867" y="698"/>
                </a:lnTo>
                <a:lnTo>
                  <a:pt x="1499374" y="7086"/>
                </a:lnTo>
                <a:lnTo>
                  <a:pt x="1451737" y="25107"/>
                </a:lnTo>
                <a:lnTo>
                  <a:pt x="1414221" y="53009"/>
                </a:lnTo>
                <a:lnTo>
                  <a:pt x="1387094" y="89077"/>
                </a:lnTo>
                <a:lnTo>
                  <a:pt x="1370622" y="131584"/>
                </a:lnTo>
                <a:lnTo>
                  <a:pt x="1365072" y="178790"/>
                </a:lnTo>
                <a:lnTo>
                  <a:pt x="1370698" y="227850"/>
                </a:lnTo>
                <a:lnTo>
                  <a:pt x="1387017" y="269760"/>
                </a:lnTo>
                <a:lnTo>
                  <a:pt x="1413192" y="303707"/>
                </a:lnTo>
                <a:lnTo>
                  <a:pt x="1448384" y="328917"/>
                </a:lnTo>
                <a:lnTo>
                  <a:pt x="1491767" y="344614"/>
                </a:lnTo>
                <a:lnTo>
                  <a:pt x="1542478" y="350024"/>
                </a:lnTo>
                <a:lnTo>
                  <a:pt x="1571205" y="348818"/>
                </a:lnTo>
                <a:lnTo>
                  <a:pt x="1618869" y="340487"/>
                </a:lnTo>
                <a:lnTo>
                  <a:pt x="1623314" y="257543"/>
                </a:lnTo>
                <a:lnTo>
                  <a:pt x="1610817" y="262153"/>
                </a:lnTo>
                <a:lnTo>
                  <a:pt x="1596847" y="265595"/>
                </a:lnTo>
                <a:lnTo>
                  <a:pt x="1581200" y="267766"/>
                </a:lnTo>
                <a:lnTo>
                  <a:pt x="1563712" y="268516"/>
                </a:lnTo>
                <a:lnTo>
                  <a:pt x="1527987" y="262420"/>
                </a:lnTo>
                <a:lnTo>
                  <a:pt x="1498815" y="244449"/>
                </a:lnTo>
                <a:lnTo>
                  <a:pt x="1479156" y="215061"/>
                </a:lnTo>
                <a:lnTo>
                  <a:pt x="1471942" y="174675"/>
                </a:lnTo>
                <a:lnTo>
                  <a:pt x="1477962" y="136893"/>
                </a:lnTo>
                <a:lnTo>
                  <a:pt x="1495996" y="107213"/>
                </a:lnTo>
                <a:lnTo>
                  <a:pt x="1524431" y="87795"/>
                </a:lnTo>
                <a:lnTo>
                  <a:pt x="1561655" y="80835"/>
                </a:lnTo>
                <a:lnTo>
                  <a:pt x="1580578" y="81673"/>
                </a:lnTo>
                <a:lnTo>
                  <a:pt x="1596415" y="83921"/>
                </a:lnTo>
                <a:lnTo>
                  <a:pt x="1609432" y="87185"/>
                </a:lnTo>
                <a:lnTo>
                  <a:pt x="1619872" y="91097"/>
                </a:lnTo>
                <a:lnTo>
                  <a:pt x="1636318" y="13716"/>
                </a:lnTo>
                <a:close/>
              </a:path>
              <a:path w="1969770" h="351154">
                <a:moveTo>
                  <a:pt x="1969706" y="343166"/>
                </a:moveTo>
                <a:lnTo>
                  <a:pt x="1967141" y="327291"/>
                </a:lnTo>
                <a:lnTo>
                  <a:pt x="1965604" y="309587"/>
                </a:lnTo>
                <a:lnTo>
                  <a:pt x="1965426" y="307632"/>
                </a:lnTo>
                <a:lnTo>
                  <a:pt x="1964550" y="286537"/>
                </a:lnTo>
                <a:lnTo>
                  <a:pt x="1964512" y="285661"/>
                </a:lnTo>
                <a:lnTo>
                  <a:pt x="1964423" y="277406"/>
                </a:lnTo>
                <a:lnTo>
                  <a:pt x="1964296" y="267550"/>
                </a:lnTo>
                <a:lnTo>
                  <a:pt x="1964245" y="184937"/>
                </a:lnTo>
                <a:lnTo>
                  <a:pt x="1964245" y="145211"/>
                </a:lnTo>
                <a:lnTo>
                  <a:pt x="1959711" y="99593"/>
                </a:lnTo>
                <a:lnTo>
                  <a:pt x="1944801" y="59766"/>
                </a:lnTo>
                <a:lnTo>
                  <a:pt x="1917484" y="28232"/>
                </a:lnTo>
                <a:lnTo>
                  <a:pt x="1875777" y="7467"/>
                </a:lnTo>
                <a:lnTo>
                  <a:pt x="1863547" y="5905"/>
                </a:lnTo>
                <a:lnTo>
                  <a:pt x="1863547" y="184937"/>
                </a:lnTo>
                <a:lnTo>
                  <a:pt x="1863547" y="227406"/>
                </a:lnTo>
                <a:lnTo>
                  <a:pt x="1841373" y="266192"/>
                </a:lnTo>
                <a:lnTo>
                  <a:pt x="1807375" y="277406"/>
                </a:lnTo>
                <a:lnTo>
                  <a:pt x="1791131" y="274955"/>
                </a:lnTo>
                <a:lnTo>
                  <a:pt x="1778101" y="267550"/>
                </a:lnTo>
                <a:lnTo>
                  <a:pt x="1769440" y="255155"/>
                </a:lnTo>
                <a:lnTo>
                  <a:pt x="1766290" y="237680"/>
                </a:lnTo>
                <a:lnTo>
                  <a:pt x="1773783" y="212674"/>
                </a:lnTo>
                <a:lnTo>
                  <a:pt x="1794370" y="196405"/>
                </a:lnTo>
                <a:lnTo>
                  <a:pt x="1825244" y="187591"/>
                </a:lnTo>
                <a:lnTo>
                  <a:pt x="1863547" y="184937"/>
                </a:lnTo>
                <a:lnTo>
                  <a:pt x="1863547" y="5905"/>
                </a:lnTo>
                <a:lnTo>
                  <a:pt x="1817674" y="0"/>
                </a:lnTo>
                <a:lnTo>
                  <a:pt x="1774888" y="2882"/>
                </a:lnTo>
                <a:lnTo>
                  <a:pt x="1738464" y="10185"/>
                </a:lnTo>
                <a:lnTo>
                  <a:pt x="1709102" y="19939"/>
                </a:lnTo>
                <a:lnTo>
                  <a:pt x="1687512" y="30149"/>
                </a:lnTo>
                <a:lnTo>
                  <a:pt x="1706702" y="97256"/>
                </a:lnTo>
                <a:lnTo>
                  <a:pt x="1725574" y="87528"/>
                </a:lnTo>
                <a:lnTo>
                  <a:pt x="1748307" y="79451"/>
                </a:lnTo>
                <a:lnTo>
                  <a:pt x="1773351" y="73952"/>
                </a:lnTo>
                <a:lnTo>
                  <a:pt x="1799158" y="71907"/>
                </a:lnTo>
                <a:lnTo>
                  <a:pt x="1830349" y="76161"/>
                </a:lnTo>
                <a:lnTo>
                  <a:pt x="1848904" y="86893"/>
                </a:lnTo>
                <a:lnTo>
                  <a:pt x="1857819" y="101104"/>
                </a:lnTo>
                <a:lnTo>
                  <a:pt x="1860130" y="115760"/>
                </a:lnTo>
                <a:lnTo>
                  <a:pt x="1860130" y="119875"/>
                </a:lnTo>
                <a:lnTo>
                  <a:pt x="1804416" y="123317"/>
                </a:lnTo>
                <a:lnTo>
                  <a:pt x="1756498" y="133743"/>
                </a:lnTo>
                <a:lnTo>
                  <a:pt x="1717395" y="151282"/>
                </a:lnTo>
                <a:lnTo>
                  <a:pt x="1688185" y="176085"/>
                </a:lnTo>
                <a:lnTo>
                  <a:pt x="1669884" y="208254"/>
                </a:lnTo>
                <a:lnTo>
                  <a:pt x="1663547" y="247954"/>
                </a:lnTo>
                <a:lnTo>
                  <a:pt x="1670926" y="286537"/>
                </a:lnTo>
                <a:lnTo>
                  <a:pt x="1692224" y="319354"/>
                </a:lnTo>
                <a:lnTo>
                  <a:pt x="1726247" y="342163"/>
                </a:lnTo>
                <a:lnTo>
                  <a:pt x="1771764" y="350697"/>
                </a:lnTo>
                <a:lnTo>
                  <a:pt x="1800428" y="348030"/>
                </a:lnTo>
                <a:lnTo>
                  <a:pt x="1826387" y="340169"/>
                </a:lnTo>
                <a:lnTo>
                  <a:pt x="1849018" y="327291"/>
                </a:lnTo>
                <a:lnTo>
                  <a:pt x="1867662" y="309587"/>
                </a:lnTo>
                <a:lnTo>
                  <a:pt x="1869706" y="309587"/>
                </a:lnTo>
                <a:lnTo>
                  <a:pt x="1875878" y="343166"/>
                </a:lnTo>
                <a:lnTo>
                  <a:pt x="1969706" y="343166"/>
                </a:lnTo>
                <a:close/>
              </a:path>
            </a:pathLst>
          </a:custGeom>
          <a:solidFill>
            <a:srgbClr val="0000FC"/>
          </a:solidFill>
        </p:spPr>
        <p:txBody>
          <a:bodyPr wrap="square" lIns="0" tIns="0" rIns="0" bIns="0" rtlCol="0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sz="1092" dirty="0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A6333E8C-4AD3-47F9-F081-BB05A514EB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01977" y="1098111"/>
            <a:ext cx="5794113" cy="4661777"/>
          </a:xfrm>
          <a:prstGeom prst="rect">
            <a:avLst/>
          </a:prstGeom>
        </p:spPr>
      </p:pic>
      <p:sp>
        <p:nvSpPr>
          <p:cNvPr id="16" name="TextBox 20">
            <a:extLst>
              <a:ext uri="{FF2B5EF4-FFF2-40B4-BE49-F238E27FC236}">
                <a16:creationId xmlns:a16="http://schemas.microsoft.com/office/drawing/2014/main" id="{5CC36FAB-ACFE-FE1E-4E9E-CA4B2BC7A162}"/>
              </a:ext>
            </a:extLst>
          </p:cNvPr>
          <p:cNvSpPr txBox="1"/>
          <p:nvPr/>
        </p:nvSpPr>
        <p:spPr>
          <a:xfrm>
            <a:off x="1359285" y="2901463"/>
            <a:ext cx="2396637" cy="1034129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dirty="0">
                <a:solidFill>
                  <a:srgbClr val="2D3748"/>
                </a:solidFill>
                <a:latin typeface="Montserrat"/>
              </a:rPr>
              <a:t>Temel</a:t>
            </a:r>
            <a:r>
              <a:rPr sz="2000" b="0" dirty="0">
                <a:solidFill>
                  <a:srgbClr val="E0F2FE"/>
                </a:solidFill>
                <a:latin typeface="Poppins"/>
              </a:rPr>
              <a:t> </a:t>
            </a:r>
            <a:r>
              <a:rPr sz="2000" b="1" dirty="0">
                <a:solidFill>
                  <a:srgbClr val="2D3748"/>
                </a:solidFill>
                <a:latin typeface="Montserrat"/>
              </a:rPr>
              <a:t>Değer</a:t>
            </a:r>
            <a:endParaRPr lang="tr-TR" sz="2000" b="1" dirty="0">
              <a:solidFill>
                <a:srgbClr val="2D3748"/>
              </a:solidFill>
              <a:latin typeface="Montserrat"/>
            </a:endParaRPr>
          </a:p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dirty="0">
                <a:solidFill>
                  <a:srgbClr val="E0F2FE"/>
                </a:solidFill>
                <a:latin typeface="Poppins"/>
              </a:rPr>
              <a:t>:</a:t>
            </a:r>
            <a:endParaRPr lang="tr-TR" sz="2000" b="0" dirty="0">
              <a:solidFill>
                <a:srgbClr val="E0F2FE"/>
              </a:solidFill>
              <a:latin typeface="Poppins"/>
            </a:endParaRPr>
          </a:p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lang="tr-TR" sz="1600" dirty="0">
                <a:solidFill>
                  <a:srgbClr val="4A5568"/>
                </a:solidFill>
                <a:latin typeface="Roboto"/>
              </a:rPr>
              <a:t>Akıllı Çapraz Satış ile Geliri Artır</a:t>
            </a:r>
            <a:endParaRPr sz="1600" dirty="0">
              <a:solidFill>
                <a:srgbClr val="4A5568"/>
              </a:solidFill>
              <a:latin typeface="Roboto"/>
            </a:endParaRPr>
          </a:p>
        </p:txBody>
      </p:sp>
      <p:sp>
        <p:nvSpPr>
          <p:cNvPr id="17" name="TextBox 7">
            <a:extLst>
              <a:ext uri="{FF2B5EF4-FFF2-40B4-BE49-F238E27FC236}">
                <a16:creationId xmlns:a16="http://schemas.microsoft.com/office/drawing/2014/main" id="{E5BEC5BB-171D-53FA-0B49-89733CB9DD56}"/>
              </a:ext>
            </a:extLst>
          </p:cNvPr>
          <p:cNvSpPr txBox="1"/>
          <p:nvPr/>
        </p:nvSpPr>
        <p:spPr>
          <a:xfrm>
            <a:off x="5864532" y="1157500"/>
            <a:ext cx="1622495" cy="363433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>
              <a:lnSpc>
                <a:spcPts val="2080"/>
              </a:lnSpc>
              <a:spcAft>
                <a:spcPts val="520"/>
              </a:spcAft>
            </a:pPr>
            <a:r>
              <a:rPr lang="tr-TR" sz="1600" b="1" dirty="0">
                <a:solidFill>
                  <a:srgbClr val="2D3748"/>
                </a:solidFill>
                <a:latin typeface="Montserrat"/>
              </a:rPr>
              <a:t>Akıllı Öneriler</a:t>
            </a:r>
          </a:p>
        </p:txBody>
      </p:sp>
      <p:sp>
        <p:nvSpPr>
          <p:cNvPr id="18" name="TextBox 8">
            <a:extLst>
              <a:ext uri="{FF2B5EF4-FFF2-40B4-BE49-F238E27FC236}">
                <a16:creationId xmlns:a16="http://schemas.microsoft.com/office/drawing/2014/main" id="{80F0E8E7-8DE3-2FC9-24D2-F2F634C594DA}"/>
              </a:ext>
            </a:extLst>
          </p:cNvPr>
          <p:cNvSpPr txBox="1"/>
          <p:nvPr/>
        </p:nvSpPr>
        <p:spPr>
          <a:xfrm>
            <a:off x="5864532" y="1423127"/>
            <a:ext cx="3820242" cy="530786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>
              <a:lnSpc>
                <a:spcPts val="1690"/>
              </a:lnSpc>
            </a:pPr>
            <a:r>
              <a:rPr lang="tr-TR" sz="1200" dirty="0">
                <a:solidFill>
                  <a:srgbClr val="4A5568"/>
                </a:solidFill>
                <a:latin typeface="Roboto"/>
              </a:rPr>
              <a:t>Müşteri davranışlarını analiz ederek kişiselleştirilmiş ürün önerileri sunar</a:t>
            </a:r>
          </a:p>
        </p:txBody>
      </p:sp>
      <p:sp>
        <p:nvSpPr>
          <p:cNvPr id="19" name="TextBox 12">
            <a:extLst>
              <a:ext uri="{FF2B5EF4-FFF2-40B4-BE49-F238E27FC236}">
                <a16:creationId xmlns:a16="http://schemas.microsoft.com/office/drawing/2014/main" id="{F18A3413-F56E-186B-D1FA-ED3A2C19D1B1}"/>
              </a:ext>
            </a:extLst>
          </p:cNvPr>
          <p:cNvSpPr txBox="1"/>
          <p:nvPr/>
        </p:nvSpPr>
        <p:spPr>
          <a:xfrm>
            <a:off x="6774388" y="2995443"/>
            <a:ext cx="2615419" cy="341632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>
              <a:lnSpc>
                <a:spcPts val="1820"/>
              </a:lnSpc>
            </a:pPr>
            <a:r>
              <a:rPr lang="tr-TR" sz="1600" b="1" dirty="0">
                <a:solidFill>
                  <a:srgbClr val="2D3748"/>
                </a:solidFill>
                <a:latin typeface="Montserrat"/>
              </a:rPr>
              <a:t>Çoklu Kanal</a:t>
            </a:r>
          </a:p>
        </p:txBody>
      </p:sp>
      <p:sp>
        <p:nvSpPr>
          <p:cNvPr id="20" name="TextBox 13">
            <a:extLst>
              <a:ext uri="{FF2B5EF4-FFF2-40B4-BE49-F238E27FC236}">
                <a16:creationId xmlns:a16="http://schemas.microsoft.com/office/drawing/2014/main" id="{8169C5E2-EEDD-14C2-F7AB-CB7FD01FE8DB}"/>
              </a:ext>
            </a:extLst>
          </p:cNvPr>
          <p:cNvSpPr txBox="1"/>
          <p:nvPr/>
        </p:nvSpPr>
        <p:spPr>
          <a:xfrm>
            <a:off x="6774390" y="3336685"/>
            <a:ext cx="3539652" cy="530786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>
              <a:lnSpc>
                <a:spcPts val="1690"/>
              </a:lnSpc>
            </a:pPr>
            <a:r>
              <a:rPr lang="tr-TR" sz="1200" dirty="0">
                <a:solidFill>
                  <a:srgbClr val="4A5568"/>
                </a:solidFill>
                <a:latin typeface="Roboto"/>
              </a:rPr>
              <a:t>Tüm e-ticaret kanallarında tutarlı ve birleşik öneri deneyimi</a:t>
            </a:r>
          </a:p>
        </p:txBody>
      </p:sp>
      <p:sp>
        <p:nvSpPr>
          <p:cNvPr id="21" name="TextBox 17">
            <a:extLst>
              <a:ext uri="{FF2B5EF4-FFF2-40B4-BE49-F238E27FC236}">
                <a16:creationId xmlns:a16="http://schemas.microsoft.com/office/drawing/2014/main" id="{3D333958-41E1-EE37-02E6-33BF9B184358}"/>
              </a:ext>
            </a:extLst>
          </p:cNvPr>
          <p:cNvSpPr txBox="1"/>
          <p:nvPr/>
        </p:nvSpPr>
        <p:spPr>
          <a:xfrm>
            <a:off x="5864855" y="4762041"/>
            <a:ext cx="1513491" cy="363433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>
              <a:lnSpc>
                <a:spcPts val="2080"/>
              </a:lnSpc>
              <a:spcAft>
                <a:spcPts val="520"/>
              </a:spcAft>
            </a:pPr>
            <a:r>
              <a:rPr lang="tr-TR" sz="1600" b="1" dirty="0">
                <a:solidFill>
                  <a:srgbClr val="2D3748"/>
                </a:solidFill>
                <a:latin typeface="Montserrat"/>
              </a:rPr>
              <a:t>Entegrasyon</a:t>
            </a:r>
          </a:p>
        </p:txBody>
      </p:sp>
      <p:sp>
        <p:nvSpPr>
          <p:cNvPr id="22" name="TextBox 18">
            <a:extLst>
              <a:ext uri="{FF2B5EF4-FFF2-40B4-BE49-F238E27FC236}">
                <a16:creationId xmlns:a16="http://schemas.microsoft.com/office/drawing/2014/main" id="{7172B3CA-9005-D3AD-0416-111C12C7ADCA}"/>
              </a:ext>
            </a:extLst>
          </p:cNvPr>
          <p:cNvSpPr txBox="1"/>
          <p:nvPr/>
        </p:nvSpPr>
        <p:spPr>
          <a:xfrm>
            <a:off x="5864856" y="5191810"/>
            <a:ext cx="3524951" cy="530786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>
              <a:lnSpc>
                <a:spcPts val="1690"/>
              </a:lnSpc>
            </a:pPr>
            <a:r>
              <a:rPr lang="tr-TR" sz="1200" dirty="0">
                <a:solidFill>
                  <a:srgbClr val="4A5568"/>
                </a:solidFill>
                <a:latin typeface="Roboto"/>
              </a:rPr>
              <a:t>Mevcut sistemlerle sorunsuz entegrasyon ve kolay uygulama</a:t>
            </a:r>
          </a:p>
        </p:txBody>
      </p:sp>
      <p:pic>
        <p:nvPicPr>
          <p:cNvPr id="26" name="Picture 16" descr="image.png">
            <a:extLst>
              <a:ext uri="{FF2B5EF4-FFF2-40B4-BE49-F238E27FC236}">
                <a16:creationId xmlns:a16="http://schemas.microsoft.com/office/drawing/2014/main" id="{04CA125C-3DE0-71B4-0916-F661877928CF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/>
            <a:biLevel thresh="50000"/>
          </a:blip>
          <a:stretch>
            <a:fillRect/>
          </a:stretch>
        </p:blipFill>
        <p:spPr>
          <a:xfrm>
            <a:off x="4950791" y="4979230"/>
            <a:ext cx="471859" cy="402717"/>
          </a:xfrm>
          <a:prstGeom prst="rect">
            <a:avLst/>
          </a:prstGeom>
        </p:spPr>
      </p:pic>
      <p:pic>
        <p:nvPicPr>
          <p:cNvPr id="6" name="Picture 6" descr="image.png">
            <a:extLst>
              <a:ext uri="{FF2B5EF4-FFF2-40B4-BE49-F238E27FC236}">
                <a16:creationId xmlns:a16="http://schemas.microsoft.com/office/drawing/2014/main" id="{FA0A3776-BEB1-FC48-496C-A78B312B07CF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72980" y="1423126"/>
            <a:ext cx="618592" cy="479955"/>
          </a:xfrm>
          <a:prstGeom prst="rect">
            <a:avLst/>
          </a:prstGeom>
        </p:spPr>
      </p:pic>
      <p:pic>
        <p:nvPicPr>
          <p:cNvPr id="10" name="Picture 11" descr="image.png">
            <a:extLst>
              <a:ext uri="{FF2B5EF4-FFF2-40B4-BE49-F238E27FC236}">
                <a16:creationId xmlns:a16="http://schemas.microsoft.com/office/drawing/2014/main" id="{F2EA6470-7E7C-3F02-F18E-6FD8B5B5A268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/>
            <a:biLevel thresh="50000"/>
          </a:blip>
          <a:stretch>
            <a:fillRect/>
          </a:stretch>
        </p:blipFill>
        <p:spPr>
          <a:xfrm>
            <a:off x="5868833" y="3233684"/>
            <a:ext cx="522958" cy="36968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63D968-8DA4-287D-CFA3-E29A842334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object 3">
            <a:extLst>
              <a:ext uri="{FF2B5EF4-FFF2-40B4-BE49-F238E27FC236}">
                <a16:creationId xmlns:a16="http://schemas.microsoft.com/office/drawing/2014/main" id="{A437DBF8-7EA9-DD73-AEAC-986BD344B7E8}"/>
              </a:ext>
            </a:extLst>
          </p:cNvPr>
          <p:cNvSpPr>
            <a:spLocks noChangeAspect="1"/>
          </p:cNvSpPr>
          <p:nvPr/>
        </p:nvSpPr>
        <p:spPr>
          <a:xfrm>
            <a:off x="244769" y="-1438805"/>
            <a:ext cx="1314417" cy="3235678"/>
          </a:xfrm>
          <a:custGeom>
            <a:avLst/>
            <a:gdLst/>
            <a:ahLst/>
            <a:cxnLst/>
            <a:rect l="l" t="t" r="r" b="b"/>
            <a:pathLst>
              <a:path w="1755775" h="3842385">
                <a:moveTo>
                  <a:pt x="1755433" y="0"/>
                </a:moveTo>
                <a:lnTo>
                  <a:pt x="0" y="0"/>
                </a:lnTo>
                <a:lnTo>
                  <a:pt x="1" y="2964216"/>
                </a:lnTo>
                <a:lnTo>
                  <a:pt x="1298" y="3012375"/>
                </a:lnTo>
                <a:lnTo>
                  <a:pt x="5150" y="3059855"/>
                </a:lnTo>
                <a:lnTo>
                  <a:pt x="11487" y="3106589"/>
                </a:lnTo>
                <a:lnTo>
                  <a:pt x="20244" y="3152510"/>
                </a:lnTo>
                <a:lnTo>
                  <a:pt x="31353" y="3197552"/>
                </a:lnTo>
                <a:lnTo>
                  <a:pt x="44747" y="3241647"/>
                </a:lnTo>
                <a:lnTo>
                  <a:pt x="60359" y="3284729"/>
                </a:lnTo>
                <a:lnTo>
                  <a:pt x="78122" y="3326730"/>
                </a:lnTo>
                <a:lnTo>
                  <a:pt x="97969" y="3367583"/>
                </a:lnTo>
                <a:lnTo>
                  <a:pt x="119834" y="3407223"/>
                </a:lnTo>
                <a:lnTo>
                  <a:pt x="143650" y="3445581"/>
                </a:lnTo>
                <a:lnTo>
                  <a:pt x="169349" y="3482591"/>
                </a:lnTo>
                <a:lnTo>
                  <a:pt x="196865" y="3518185"/>
                </a:lnTo>
                <a:lnTo>
                  <a:pt x="226130" y="3552298"/>
                </a:lnTo>
                <a:lnTo>
                  <a:pt x="257078" y="3584862"/>
                </a:lnTo>
                <a:lnTo>
                  <a:pt x="289642" y="3615810"/>
                </a:lnTo>
                <a:lnTo>
                  <a:pt x="323755" y="3645075"/>
                </a:lnTo>
                <a:lnTo>
                  <a:pt x="359349" y="3672591"/>
                </a:lnTo>
                <a:lnTo>
                  <a:pt x="396359" y="3698290"/>
                </a:lnTo>
                <a:lnTo>
                  <a:pt x="434717" y="3722105"/>
                </a:lnTo>
                <a:lnTo>
                  <a:pt x="474355" y="3743970"/>
                </a:lnTo>
                <a:lnTo>
                  <a:pt x="515208" y="3763817"/>
                </a:lnTo>
                <a:lnTo>
                  <a:pt x="557209" y="3781580"/>
                </a:lnTo>
                <a:lnTo>
                  <a:pt x="600289" y="3797192"/>
                </a:lnTo>
                <a:lnTo>
                  <a:pt x="644383" y="3810585"/>
                </a:lnTo>
                <a:lnTo>
                  <a:pt x="689424" y="3821694"/>
                </a:lnTo>
                <a:lnTo>
                  <a:pt x="735343" y="3830450"/>
                </a:lnTo>
                <a:lnTo>
                  <a:pt x="782076" y="3836788"/>
                </a:lnTo>
                <a:lnTo>
                  <a:pt x="829554" y="3840639"/>
                </a:lnTo>
                <a:lnTo>
                  <a:pt x="877711" y="3841935"/>
                </a:lnTo>
                <a:lnTo>
                  <a:pt x="925869" y="3840639"/>
                </a:lnTo>
                <a:lnTo>
                  <a:pt x="973348" y="3836788"/>
                </a:lnTo>
                <a:lnTo>
                  <a:pt x="1020081" y="3830450"/>
                </a:lnTo>
                <a:lnTo>
                  <a:pt x="1066002" y="3821694"/>
                </a:lnTo>
                <a:lnTo>
                  <a:pt x="1111043" y="3810585"/>
                </a:lnTo>
                <a:lnTo>
                  <a:pt x="1155138" y="3797192"/>
                </a:lnTo>
                <a:lnTo>
                  <a:pt x="1198219" y="3781580"/>
                </a:lnTo>
                <a:lnTo>
                  <a:pt x="1240220" y="3763817"/>
                </a:lnTo>
                <a:lnTo>
                  <a:pt x="1281074" y="3743970"/>
                </a:lnTo>
                <a:lnTo>
                  <a:pt x="1320713" y="3722105"/>
                </a:lnTo>
                <a:lnTo>
                  <a:pt x="1359071" y="3698290"/>
                </a:lnTo>
                <a:lnTo>
                  <a:pt x="1396081" y="3672591"/>
                </a:lnTo>
                <a:lnTo>
                  <a:pt x="1431676" y="3645075"/>
                </a:lnTo>
                <a:lnTo>
                  <a:pt x="1465789" y="3615810"/>
                </a:lnTo>
                <a:lnTo>
                  <a:pt x="1498353" y="3584862"/>
                </a:lnTo>
                <a:lnTo>
                  <a:pt x="1529301" y="3552298"/>
                </a:lnTo>
                <a:lnTo>
                  <a:pt x="1558567" y="3518185"/>
                </a:lnTo>
                <a:lnTo>
                  <a:pt x="1586083" y="3482591"/>
                </a:lnTo>
                <a:lnTo>
                  <a:pt x="1611782" y="3445581"/>
                </a:lnTo>
                <a:lnTo>
                  <a:pt x="1635598" y="3407223"/>
                </a:lnTo>
                <a:lnTo>
                  <a:pt x="1657463" y="3367583"/>
                </a:lnTo>
                <a:lnTo>
                  <a:pt x="1677310" y="3326730"/>
                </a:lnTo>
                <a:lnTo>
                  <a:pt x="1695074" y="3284729"/>
                </a:lnTo>
                <a:lnTo>
                  <a:pt x="1710686" y="3241647"/>
                </a:lnTo>
                <a:lnTo>
                  <a:pt x="1724080" y="3197552"/>
                </a:lnTo>
                <a:lnTo>
                  <a:pt x="1735188" y="3152510"/>
                </a:lnTo>
                <a:lnTo>
                  <a:pt x="1743945" y="3106589"/>
                </a:lnTo>
                <a:lnTo>
                  <a:pt x="1750283" y="3059855"/>
                </a:lnTo>
                <a:lnTo>
                  <a:pt x="1754134" y="3012375"/>
                </a:lnTo>
                <a:lnTo>
                  <a:pt x="1755434" y="2964216"/>
                </a:lnTo>
                <a:lnTo>
                  <a:pt x="1755433" y="0"/>
                </a:lnTo>
                <a:close/>
              </a:path>
            </a:pathLst>
          </a:custGeom>
          <a:solidFill>
            <a:srgbClr val="B6CAFF">
              <a:alpha val="19999"/>
            </a:srgbClr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4" name="object 3">
            <a:extLst>
              <a:ext uri="{FF2B5EF4-FFF2-40B4-BE49-F238E27FC236}">
                <a16:creationId xmlns:a16="http://schemas.microsoft.com/office/drawing/2014/main" id="{C0074307-EB0E-EB92-5FA2-A3D2F8B6FDCC}"/>
              </a:ext>
            </a:extLst>
          </p:cNvPr>
          <p:cNvSpPr/>
          <p:nvPr/>
        </p:nvSpPr>
        <p:spPr>
          <a:xfrm rot="10800000">
            <a:off x="10696639" y="3616424"/>
            <a:ext cx="1314417" cy="3358950"/>
          </a:xfrm>
          <a:custGeom>
            <a:avLst/>
            <a:gdLst/>
            <a:ahLst/>
            <a:cxnLst/>
            <a:rect l="l" t="t" r="r" b="b"/>
            <a:pathLst>
              <a:path w="1755775" h="3842385">
                <a:moveTo>
                  <a:pt x="1755433" y="0"/>
                </a:moveTo>
                <a:lnTo>
                  <a:pt x="0" y="0"/>
                </a:lnTo>
                <a:lnTo>
                  <a:pt x="1" y="2964216"/>
                </a:lnTo>
                <a:lnTo>
                  <a:pt x="1298" y="3012375"/>
                </a:lnTo>
                <a:lnTo>
                  <a:pt x="5150" y="3059855"/>
                </a:lnTo>
                <a:lnTo>
                  <a:pt x="11487" y="3106589"/>
                </a:lnTo>
                <a:lnTo>
                  <a:pt x="20244" y="3152510"/>
                </a:lnTo>
                <a:lnTo>
                  <a:pt x="31353" y="3197552"/>
                </a:lnTo>
                <a:lnTo>
                  <a:pt x="44747" y="3241647"/>
                </a:lnTo>
                <a:lnTo>
                  <a:pt x="60359" y="3284729"/>
                </a:lnTo>
                <a:lnTo>
                  <a:pt x="78122" y="3326730"/>
                </a:lnTo>
                <a:lnTo>
                  <a:pt x="97969" y="3367583"/>
                </a:lnTo>
                <a:lnTo>
                  <a:pt x="119834" y="3407223"/>
                </a:lnTo>
                <a:lnTo>
                  <a:pt x="143650" y="3445581"/>
                </a:lnTo>
                <a:lnTo>
                  <a:pt x="169349" y="3482591"/>
                </a:lnTo>
                <a:lnTo>
                  <a:pt x="196865" y="3518185"/>
                </a:lnTo>
                <a:lnTo>
                  <a:pt x="226130" y="3552298"/>
                </a:lnTo>
                <a:lnTo>
                  <a:pt x="257078" y="3584862"/>
                </a:lnTo>
                <a:lnTo>
                  <a:pt x="289642" y="3615810"/>
                </a:lnTo>
                <a:lnTo>
                  <a:pt x="323755" y="3645075"/>
                </a:lnTo>
                <a:lnTo>
                  <a:pt x="359349" y="3672591"/>
                </a:lnTo>
                <a:lnTo>
                  <a:pt x="396359" y="3698290"/>
                </a:lnTo>
                <a:lnTo>
                  <a:pt x="434717" y="3722105"/>
                </a:lnTo>
                <a:lnTo>
                  <a:pt x="474355" y="3743970"/>
                </a:lnTo>
                <a:lnTo>
                  <a:pt x="515208" y="3763817"/>
                </a:lnTo>
                <a:lnTo>
                  <a:pt x="557209" y="3781580"/>
                </a:lnTo>
                <a:lnTo>
                  <a:pt x="600289" y="3797192"/>
                </a:lnTo>
                <a:lnTo>
                  <a:pt x="644383" y="3810585"/>
                </a:lnTo>
                <a:lnTo>
                  <a:pt x="689424" y="3821694"/>
                </a:lnTo>
                <a:lnTo>
                  <a:pt x="735343" y="3830450"/>
                </a:lnTo>
                <a:lnTo>
                  <a:pt x="782076" y="3836788"/>
                </a:lnTo>
                <a:lnTo>
                  <a:pt x="829554" y="3840639"/>
                </a:lnTo>
                <a:lnTo>
                  <a:pt x="877711" y="3841935"/>
                </a:lnTo>
                <a:lnTo>
                  <a:pt x="925869" y="3840639"/>
                </a:lnTo>
                <a:lnTo>
                  <a:pt x="973348" y="3836788"/>
                </a:lnTo>
                <a:lnTo>
                  <a:pt x="1020081" y="3830450"/>
                </a:lnTo>
                <a:lnTo>
                  <a:pt x="1066002" y="3821694"/>
                </a:lnTo>
                <a:lnTo>
                  <a:pt x="1111043" y="3810585"/>
                </a:lnTo>
                <a:lnTo>
                  <a:pt x="1155138" y="3797192"/>
                </a:lnTo>
                <a:lnTo>
                  <a:pt x="1198219" y="3781580"/>
                </a:lnTo>
                <a:lnTo>
                  <a:pt x="1240220" y="3763817"/>
                </a:lnTo>
                <a:lnTo>
                  <a:pt x="1281074" y="3743970"/>
                </a:lnTo>
                <a:lnTo>
                  <a:pt x="1320713" y="3722105"/>
                </a:lnTo>
                <a:lnTo>
                  <a:pt x="1359071" y="3698290"/>
                </a:lnTo>
                <a:lnTo>
                  <a:pt x="1396081" y="3672591"/>
                </a:lnTo>
                <a:lnTo>
                  <a:pt x="1431676" y="3645075"/>
                </a:lnTo>
                <a:lnTo>
                  <a:pt x="1465789" y="3615810"/>
                </a:lnTo>
                <a:lnTo>
                  <a:pt x="1498353" y="3584862"/>
                </a:lnTo>
                <a:lnTo>
                  <a:pt x="1529301" y="3552298"/>
                </a:lnTo>
                <a:lnTo>
                  <a:pt x="1558567" y="3518185"/>
                </a:lnTo>
                <a:lnTo>
                  <a:pt x="1586083" y="3482591"/>
                </a:lnTo>
                <a:lnTo>
                  <a:pt x="1611782" y="3445581"/>
                </a:lnTo>
                <a:lnTo>
                  <a:pt x="1635598" y="3407223"/>
                </a:lnTo>
                <a:lnTo>
                  <a:pt x="1657463" y="3367583"/>
                </a:lnTo>
                <a:lnTo>
                  <a:pt x="1677310" y="3326730"/>
                </a:lnTo>
                <a:lnTo>
                  <a:pt x="1695074" y="3284729"/>
                </a:lnTo>
                <a:lnTo>
                  <a:pt x="1710686" y="3241647"/>
                </a:lnTo>
                <a:lnTo>
                  <a:pt x="1724080" y="3197552"/>
                </a:lnTo>
                <a:lnTo>
                  <a:pt x="1735188" y="3152510"/>
                </a:lnTo>
                <a:lnTo>
                  <a:pt x="1743945" y="3106589"/>
                </a:lnTo>
                <a:lnTo>
                  <a:pt x="1750283" y="3059855"/>
                </a:lnTo>
                <a:lnTo>
                  <a:pt x="1754134" y="3012375"/>
                </a:lnTo>
                <a:lnTo>
                  <a:pt x="1755434" y="2964216"/>
                </a:lnTo>
                <a:lnTo>
                  <a:pt x="1755433" y="0"/>
                </a:lnTo>
                <a:close/>
              </a:path>
            </a:pathLst>
          </a:custGeom>
          <a:solidFill>
            <a:schemeClr val="tx2">
              <a:lumMod val="60000"/>
              <a:lumOff val="40000"/>
              <a:alpha val="13998"/>
            </a:schemeClr>
          </a:solidFill>
          <a:ln>
            <a:noFill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5">
            <a:extLst>
              <a:ext uri="{FF2B5EF4-FFF2-40B4-BE49-F238E27FC236}">
                <a16:creationId xmlns:a16="http://schemas.microsoft.com/office/drawing/2014/main" id="{FD263E5C-C535-5BB8-EA63-DEF2333DB33B}"/>
              </a:ext>
            </a:extLst>
          </p:cNvPr>
          <p:cNvSpPr/>
          <p:nvPr/>
        </p:nvSpPr>
        <p:spPr>
          <a:xfrm>
            <a:off x="107004" y="6230270"/>
            <a:ext cx="11904051" cy="496126"/>
          </a:xfrm>
          <a:custGeom>
            <a:avLst/>
            <a:gdLst/>
            <a:ahLst/>
            <a:cxnLst/>
            <a:rect l="l" t="t" r="r" b="b"/>
            <a:pathLst>
              <a:path w="17444720" h="795020">
                <a:moveTo>
                  <a:pt x="17155708" y="0"/>
                </a:moveTo>
                <a:lnTo>
                  <a:pt x="288965" y="0"/>
                </a:lnTo>
                <a:lnTo>
                  <a:pt x="242091" y="3782"/>
                </a:lnTo>
                <a:lnTo>
                  <a:pt x="197627" y="14732"/>
                </a:lnTo>
                <a:lnTo>
                  <a:pt x="156166" y="32254"/>
                </a:lnTo>
                <a:lnTo>
                  <a:pt x="118303" y="55754"/>
                </a:lnTo>
                <a:lnTo>
                  <a:pt x="84633" y="84637"/>
                </a:lnTo>
                <a:lnTo>
                  <a:pt x="55751" y="118307"/>
                </a:lnTo>
                <a:lnTo>
                  <a:pt x="32252" y="156170"/>
                </a:lnTo>
                <a:lnTo>
                  <a:pt x="14731" y="197631"/>
                </a:lnTo>
                <a:lnTo>
                  <a:pt x="3781" y="242094"/>
                </a:lnTo>
                <a:lnTo>
                  <a:pt x="0" y="288965"/>
                </a:lnTo>
                <a:lnTo>
                  <a:pt x="0" y="505461"/>
                </a:lnTo>
                <a:lnTo>
                  <a:pt x="3781" y="552331"/>
                </a:lnTo>
                <a:lnTo>
                  <a:pt x="14731" y="596794"/>
                </a:lnTo>
                <a:lnTo>
                  <a:pt x="32252" y="638255"/>
                </a:lnTo>
                <a:lnTo>
                  <a:pt x="55751" y="676118"/>
                </a:lnTo>
                <a:lnTo>
                  <a:pt x="84633" y="709788"/>
                </a:lnTo>
                <a:lnTo>
                  <a:pt x="118303" y="738671"/>
                </a:lnTo>
                <a:lnTo>
                  <a:pt x="156166" y="762171"/>
                </a:lnTo>
                <a:lnTo>
                  <a:pt x="197627" y="779694"/>
                </a:lnTo>
                <a:lnTo>
                  <a:pt x="242091" y="790643"/>
                </a:lnTo>
                <a:lnTo>
                  <a:pt x="288965" y="794426"/>
                </a:lnTo>
                <a:lnTo>
                  <a:pt x="17155708" y="794426"/>
                </a:lnTo>
                <a:lnTo>
                  <a:pt x="17202578" y="790643"/>
                </a:lnTo>
                <a:lnTo>
                  <a:pt x="17247041" y="779694"/>
                </a:lnTo>
                <a:lnTo>
                  <a:pt x="17288502" y="762171"/>
                </a:lnTo>
                <a:lnTo>
                  <a:pt x="17326365" y="738671"/>
                </a:lnTo>
                <a:lnTo>
                  <a:pt x="17360035" y="709788"/>
                </a:lnTo>
                <a:lnTo>
                  <a:pt x="17388918" y="676118"/>
                </a:lnTo>
                <a:lnTo>
                  <a:pt x="17412418" y="638255"/>
                </a:lnTo>
                <a:lnTo>
                  <a:pt x="17429940" y="596794"/>
                </a:lnTo>
                <a:lnTo>
                  <a:pt x="17440890" y="552331"/>
                </a:lnTo>
                <a:lnTo>
                  <a:pt x="17444673" y="505461"/>
                </a:lnTo>
                <a:lnTo>
                  <a:pt x="17444673" y="288965"/>
                </a:lnTo>
                <a:lnTo>
                  <a:pt x="17440890" y="242094"/>
                </a:lnTo>
                <a:lnTo>
                  <a:pt x="17429940" y="197631"/>
                </a:lnTo>
                <a:lnTo>
                  <a:pt x="17412418" y="156170"/>
                </a:lnTo>
                <a:lnTo>
                  <a:pt x="17388918" y="118307"/>
                </a:lnTo>
                <a:lnTo>
                  <a:pt x="17360035" y="84637"/>
                </a:lnTo>
                <a:lnTo>
                  <a:pt x="17326365" y="55754"/>
                </a:lnTo>
                <a:lnTo>
                  <a:pt x="17288502" y="32254"/>
                </a:lnTo>
                <a:lnTo>
                  <a:pt x="17247041" y="14732"/>
                </a:lnTo>
                <a:lnTo>
                  <a:pt x="17202578" y="3782"/>
                </a:lnTo>
                <a:lnTo>
                  <a:pt x="17155708" y="0"/>
                </a:lnTo>
                <a:close/>
              </a:path>
            </a:pathLst>
          </a:custGeom>
          <a:solidFill>
            <a:srgbClr val="DCE8FF">
              <a:alpha val="50000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F0E102A-BF7B-636F-B590-27F3BC9EAE50}"/>
              </a:ext>
            </a:extLst>
          </p:cNvPr>
          <p:cNvSpPr txBox="1"/>
          <p:nvPr/>
        </p:nvSpPr>
        <p:spPr>
          <a:xfrm>
            <a:off x="666733" y="379667"/>
            <a:ext cx="862672" cy="47891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lang="tr-TR" sz="2392" b="1" dirty="0">
                <a:solidFill>
                  <a:schemeClr val="tx2">
                    <a:lumMod val="50000"/>
                  </a:schemeClr>
                </a:solidFill>
              </a:rPr>
              <a:t>Amaç</a:t>
            </a:r>
            <a:endParaRPr sz="2392" b="1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4" name="object 7">
            <a:extLst>
              <a:ext uri="{FF2B5EF4-FFF2-40B4-BE49-F238E27FC236}">
                <a16:creationId xmlns:a16="http://schemas.microsoft.com/office/drawing/2014/main" id="{BEFBE416-1E0D-A4B1-6B28-102CC33EEEAA}"/>
              </a:ext>
            </a:extLst>
          </p:cNvPr>
          <p:cNvSpPr>
            <a:spLocks noChangeAspect="1"/>
          </p:cNvSpPr>
          <p:nvPr/>
        </p:nvSpPr>
        <p:spPr>
          <a:xfrm>
            <a:off x="11014675" y="6418761"/>
            <a:ext cx="680836" cy="121376"/>
          </a:xfrm>
          <a:custGeom>
            <a:avLst/>
            <a:gdLst/>
            <a:ahLst/>
            <a:cxnLst/>
            <a:rect l="l" t="t" r="r" b="b"/>
            <a:pathLst>
              <a:path w="1969770" h="351154">
                <a:moveTo>
                  <a:pt x="235800" y="57454"/>
                </a:moveTo>
                <a:lnTo>
                  <a:pt x="0" y="57454"/>
                </a:lnTo>
                <a:lnTo>
                  <a:pt x="0" y="293255"/>
                </a:lnTo>
                <a:lnTo>
                  <a:pt x="235800" y="293255"/>
                </a:lnTo>
                <a:lnTo>
                  <a:pt x="235800" y="57454"/>
                </a:lnTo>
                <a:close/>
              </a:path>
              <a:path w="1969770" h="351154">
                <a:moveTo>
                  <a:pt x="612825" y="167817"/>
                </a:moveTo>
                <a:lnTo>
                  <a:pt x="609282" y="126669"/>
                </a:lnTo>
                <a:lnTo>
                  <a:pt x="598157" y="87655"/>
                </a:lnTo>
                <a:lnTo>
                  <a:pt x="578739" y="53174"/>
                </a:lnTo>
                <a:lnTo>
                  <a:pt x="550316" y="25603"/>
                </a:lnTo>
                <a:lnTo>
                  <a:pt x="516242" y="9283"/>
                </a:lnTo>
                <a:lnTo>
                  <a:pt x="516242" y="137693"/>
                </a:lnTo>
                <a:lnTo>
                  <a:pt x="392950" y="137693"/>
                </a:lnTo>
                <a:lnTo>
                  <a:pt x="397992" y="115531"/>
                </a:lnTo>
                <a:lnTo>
                  <a:pt x="409727" y="93510"/>
                </a:lnTo>
                <a:lnTo>
                  <a:pt x="429158" y="76619"/>
                </a:lnTo>
                <a:lnTo>
                  <a:pt x="457327" y="69875"/>
                </a:lnTo>
                <a:lnTo>
                  <a:pt x="486765" y="76911"/>
                </a:lnTo>
                <a:lnTo>
                  <a:pt x="504761" y="94272"/>
                </a:lnTo>
                <a:lnTo>
                  <a:pt x="513778" y="116395"/>
                </a:lnTo>
                <a:lnTo>
                  <a:pt x="516128" y="136740"/>
                </a:lnTo>
                <a:lnTo>
                  <a:pt x="516242" y="137693"/>
                </a:lnTo>
                <a:lnTo>
                  <a:pt x="516242" y="9283"/>
                </a:lnTo>
                <a:lnTo>
                  <a:pt x="512140" y="7315"/>
                </a:lnTo>
                <a:lnTo>
                  <a:pt x="463499" y="698"/>
                </a:lnTo>
                <a:lnTo>
                  <a:pt x="410540" y="8039"/>
                </a:lnTo>
                <a:lnTo>
                  <a:pt x="367880" y="28168"/>
                </a:lnTo>
                <a:lnTo>
                  <a:pt x="335241" y="58229"/>
                </a:lnTo>
                <a:lnTo>
                  <a:pt x="312293" y="95377"/>
                </a:lnTo>
                <a:lnTo>
                  <a:pt x="298754" y="136740"/>
                </a:lnTo>
                <a:lnTo>
                  <a:pt x="294309" y="179476"/>
                </a:lnTo>
                <a:lnTo>
                  <a:pt x="299656" y="228498"/>
                </a:lnTo>
                <a:lnTo>
                  <a:pt x="315391" y="270268"/>
                </a:lnTo>
                <a:lnTo>
                  <a:pt x="341058" y="304050"/>
                </a:lnTo>
                <a:lnTo>
                  <a:pt x="376212" y="329095"/>
                </a:lnTo>
                <a:lnTo>
                  <a:pt x="420370" y="344665"/>
                </a:lnTo>
                <a:lnTo>
                  <a:pt x="473087" y="350024"/>
                </a:lnTo>
                <a:lnTo>
                  <a:pt x="506285" y="348729"/>
                </a:lnTo>
                <a:lnTo>
                  <a:pt x="537819" y="344805"/>
                </a:lnTo>
                <a:lnTo>
                  <a:pt x="567296" y="338175"/>
                </a:lnTo>
                <a:lnTo>
                  <a:pt x="594334" y="328790"/>
                </a:lnTo>
                <a:lnTo>
                  <a:pt x="583425" y="272630"/>
                </a:lnTo>
                <a:lnTo>
                  <a:pt x="580631" y="258254"/>
                </a:lnTo>
                <a:lnTo>
                  <a:pt x="559333" y="264541"/>
                </a:lnTo>
                <a:lnTo>
                  <a:pt x="537210" y="269024"/>
                </a:lnTo>
                <a:lnTo>
                  <a:pt x="513676" y="271729"/>
                </a:lnTo>
                <a:lnTo>
                  <a:pt x="488149" y="272630"/>
                </a:lnTo>
                <a:lnTo>
                  <a:pt x="453250" y="268744"/>
                </a:lnTo>
                <a:lnTo>
                  <a:pt x="423684" y="256959"/>
                </a:lnTo>
                <a:lnTo>
                  <a:pt x="402717" y="237083"/>
                </a:lnTo>
                <a:lnTo>
                  <a:pt x="393636" y="208915"/>
                </a:lnTo>
                <a:lnTo>
                  <a:pt x="609396" y="208915"/>
                </a:lnTo>
                <a:lnTo>
                  <a:pt x="610501" y="201828"/>
                </a:lnTo>
                <a:lnTo>
                  <a:pt x="611619" y="192227"/>
                </a:lnTo>
                <a:lnTo>
                  <a:pt x="612482" y="180695"/>
                </a:lnTo>
                <a:lnTo>
                  <a:pt x="612825" y="167817"/>
                </a:lnTo>
                <a:close/>
              </a:path>
              <a:path w="1969770" h="351154">
                <a:moveTo>
                  <a:pt x="960602" y="148628"/>
                </a:moveTo>
                <a:lnTo>
                  <a:pt x="954709" y="95719"/>
                </a:lnTo>
                <a:lnTo>
                  <a:pt x="938136" y="55156"/>
                </a:lnTo>
                <a:lnTo>
                  <a:pt x="912520" y="26581"/>
                </a:lnTo>
                <a:lnTo>
                  <a:pt x="840740" y="4114"/>
                </a:lnTo>
                <a:lnTo>
                  <a:pt x="802805" y="9486"/>
                </a:lnTo>
                <a:lnTo>
                  <a:pt x="773099" y="22948"/>
                </a:lnTo>
                <a:lnTo>
                  <a:pt x="751344" y="40513"/>
                </a:lnTo>
                <a:lnTo>
                  <a:pt x="737298" y="58216"/>
                </a:lnTo>
                <a:lnTo>
                  <a:pt x="735266" y="58216"/>
                </a:lnTo>
                <a:lnTo>
                  <a:pt x="730465" y="11645"/>
                </a:lnTo>
                <a:lnTo>
                  <a:pt x="640054" y="11645"/>
                </a:lnTo>
                <a:lnTo>
                  <a:pt x="641934" y="60706"/>
                </a:lnTo>
                <a:lnTo>
                  <a:pt x="642556" y="88404"/>
                </a:lnTo>
                <a:lnTo>
                  <a:pt x="642797" y="118491"/>
                </a:lnTo>
                <a:lnTo>
                  <a:pt x="642797" y="346595"/>
                </a:lnTo>
                <a:lnTo>
                  <a:pt x="746899" y="346595"/>
                </a:lnTo>
                <a:lnTo>
                  <a:pt x="746899" y="153441"/>
                </a:lnTo>
                <a:lnTo>
                  <a:pt x="747039" y="146291"/>
                </a:lnTo>
                <a:lnTo>
                  <a:pt x="769073" y="100685"/>
                </a:lnTo>
                <a:lnTo>
                  <a:pt x="803757" y="88366"/>
                </a:lnTo>
                <a:lnTo>
                  <a:pt x="827887" y="93637"/>
                </a:lnTo>
                <a:lnTo>
                  <a:pt x="844245" y="108483"/>
                </a:lnTo>
                <a:lnTo>
                  <a:pt x="853541" y="131419"/>
                </a:lnTo>
                <a:lnTo>
                  <a:pt x="856488" y="160972"/>
                </a:lnTo>
                <a:lnTo>
                  <a:pt x="856488" y="346595"/>
                </a:lnTo>
                <a:lnTo>
                  <a:pt x="960602" y="346595"/>
                </a:lnTo>
                <a:lnTo>
                  <a:pt x="960602" y="148628"/>
                </a:lnTo>
                <a:close/>
              </a:path>
              <a:path w="1969770" h="351154">
                <a:moveTo>
                  <a:pt x="1337843" y="171919"/>
                </a:moveTo>
                <a:lnTo>
                  <a:pt x="1332293" y="123990"/>
                </a:lnTo>
                <a:lnTo>
                  <a:pt x="1316304" y="82296"/>
                </a:lnTo>
                <a:lnTo>
                  <a:pt x="1310640" y="74663"/>
                </a:lnTo>
                <a:lnTo>
                  <a:pt x="1290840" y="47955"/>
                </a:lnTo>
                <a:lnTo>
                  <a:pt x="1256868" y="22047"/>
                </a:lnTo>
                <a:lnTo>
                  <a:pt x="1230312" y="11595"/>
                </a:lnTo>
                <a:lnTo>
                  <a:pt x="1230312" y="174663"/>
                </a:lnTo>
                <a:lnTo>
                  <a:pt x="1225804" y="215353"/>
                </a:lnTo>
                <a:lnTo>
                  <a:pt x="1225702" y="216217"/>
                </a:lnTo>
                <a:lnTo>
                  <a:pt x="1212507" y="248208"/>
                </a:lnTo>
                <a:lnTo>
                  <a:pt x="1191590" y="268770"/>
                </a:lnTo>
                <a:lnTo>
                  <a:pt x="1163866" y="276034"/>
                </a:lnTo>
                <a:lnTo>
                  <a:pt x="1134376" y="268401"/>
                </a:lnTo>
                <a:lnTo>
                  <a:pt x="1112926" y="247269"/>
                </a:lnTo>
                <a:lnTo>
                  <a:pt x="1099820" y="215353"/>
                </a:lnTo>
                <a:lnTo>
                  <a:pt x="1095375" y="175348"/>
                </a:lnTo>
                <a:lnTo>
                  <a:pt x="1099146" y="138811"/>
                </a:lnTo>
                <a:lnTo>
                  <a:pt x="1111135" y="106502"/>
                </a:lnTo>
                <a:lnTo>
                  <a:pt x="1132306" y="83515"/>
                </a:lnTo>
                <a:lnTo>
                  <a:pt x="1132154" y="83515"/>
                </a:lnTo>
                <a:lnTo>
                  <a:pt x="1163866" y="74663"/>
                </a:lnTo>
                <a:lnTo>
                  <a:pt x="1194752" y="83515"/>
                </a:lnTo>
                <a:lnTo>
                  <a:pt x="1194333" y="83515"/>
                </a:lnTo>
                <a:lnTo>
                  <a:pt x="1214805" y="106159"/>
                </a:lnTo>
                <a:lnTo>
                  <a:pt x="1226578" y="138226"/>
                </a:lnTo>
                <a:lnTo>
                  <a:pt x="1230312" y="174663"/>
                </a:lnTo>
                <a:lnTo>
                  <a:pt x="1230312" y="11595"/>
                </a:lnTo>
                <a:lnTo>
                  <a:pt x="1215364" y="5702"/>
                </a:lnTo>
                <a:lnTo>
                  <a:pt x="1167295" y="0"/>
                </a:lnTo>
                <a:lnTo>
                  <a:pt x="1115822" y="5702"/>
                </a:lnTo>
                <a:lnTo>
                  <a:pt x="1116241" y="5702"/>
                </a:lnTo>
                <a:lnTo>
                  <a:pt x="1072565" y="22047"/>
                </a:lnTo>
                <a:lnTo>
                  <a:pt x="1036980" y="48209"/>
                </a:lnTo>
                <a:lnTo>
                  <a:pt x="1010310" y="83515"/>
                </a:lnTo>
                <a:lnTo>
                  <a:pt x="993609" y="127076"/>
                </a:lnTo>
                <a:lnTo>
                  <a:pt x="987831" y="178079"/>
                </a:lnTo>
                <a:lnTo>
                  <a:pt x="993787" y="227736"/>
                </a:lnTo>
                <a:lnTo>
                  <a:pt x="993863" y="228447"/>
                </a:lnTo>
                <a:lnTo>
                  <a:pt x="1010996" y="270929"/>
                </a:lnTo>
                <a:lnTo>
                  <a:pt x="1037742" y="304977"/>
                </a:lnTo>
                <a:lnTo>
                  <a:pt x="1072667" y="329996"/>
                </a:lnTo>
                <a:lnTo>
                  <a:pt x="1114285" y="345427"/>
                </a:lnTo>
                <a:lnTo>
                  <a:pt x="1161122" y="350697"/>
                </a:lnTo>
                <a:lnTo>
                  <a:pt x="1205369" y="345960"/>
                </a:lnTo>
                <a:lnTo>
                  <a:pt x="1246822" y="331597"/>
                </a:lnTo>
                <a:lnTo>
                  <a:pt x="1283131" y="307289"/>
                </a:lnTo>
                <a:lnTo>
                  <a:pt x="1309230" y="276034"/>
                </a:lnTo>
                <a:lnTo>
                  <a:pt x="1311973" y="272757"/>
                </a:lnTo>
                <a:lnTo>
                  <a:pt x="1330985" y="227736"/>
                </a:lnTo>
                <a:lnTo>
                  <a:pt x="1337843" y="171919"/>
                </a:lnTo>
                <a:close/>
              </a:path>
              <a:path w="1969770" h="351154">
                <a:moveTo>
                  <a:pt x="1636318" y="13716"/>
                </a:moveTo>
                <a:lnTo>
                  <a:pt x="1618513" y="8216"/>
                </a:lnTo>
                <a:lnTo>
                  <a:pt x="1598650" y="4127"/>
                </a:lnTo>
                <a:lnTo>
                  <a:pt x="1577759" y="1574"/>
                </a:lnTo>
                <a:lnTo>
                  <a:pt x="1556867" y="698"/>
                </a:lnTo>
                <a:lnTo>
                  <a:pt x="1499374" y="7086"/>
                </a:lnTo>
                <a:lnTo>
                  <a:pt x="1451737" y="25107"/>
                </a:lnTo>
                <a:lnTo>
                  <a:pt x="1414221" y="53009"/>
                </a:lnTo>
                <a:lnTo>
                  <a:pt x="1387094" y="89077"/>
                </a:lnTo>
                <a:lnTo>
                  <a:pt x="1370622" y="131584"/>
                </a:lnTo>
                <a:lnTo>
                  <a:pt x="1365072" y="178790"/>
                </a:lnTo>
                <a:lnTo>
                  <a:pt x="1370698" y="227850"/>
                </a:lnTo>
                <a:lnTo>
                  <a:pt x="1387017" y="269760"/>
                </a:lnTo>
                <a:lnTo>
                  <a:pt x="1413192" y="303707"/>
                </a:lnTo>
                <a:lnTo>
                  <a:pt x="1448384" y="328917"/>
                </a:lnTo>
                <a:lnTo>
                  <a:pt x="1491767" y="344614"/>
                </a:lnTo>
                <a:lnTo>
                  <a:pt x="1542478" y="350024"/>
                </a:lnTo>
                <a:lnTo>
                  <a:pt x="1571205" y="348818"/>
                </a:lnTo>
                <a:lnTo>
                  <a:pt x="1618869" y="340487"/>
                </a:lnTo>
                <a:lnTo>
                  <a:pt x="1623314" y="257543"/>
                </a:lnTo>
                <a:lnTo>
                  <a:pt x="1610817" y="262153"/>
                </a:lnTo>
                <a:lnTo>
                  <a:pt x="1596847" y="265595"/>
                </a:lnTo>
                <a:lnTo>
                  <a:pt x="1581200" y="267766"/>
                </a:lnTo>
                <a:lnTo>
                  <a:pt x="1563712" y="268516"/>
                </a:lnTo>
                <a:lnTo>
                  <a:pt x="1527987" y="262420"/>
                </a:lnTo>
                <a:lnTo>
                  <a:pt x="1498815" y="244449"/>
                </a:lnTo>
                <a:lnTo>
                  <a:pt x="1479156" y="215061"/>
                </a:lnTo>
                <a:lnTo>
                  <a:pt x="1471942" y="174675"/>
                </a:lnTo>
                <a:lnTo>
                  <a:pt x="1477962" y="136893"/>
                </a:lnTo>
                <a:lnTo>
                  <a:pt x="1495996" y="107213"/>
                </a:lnTo>
                <a:lnTo>
                  <a:pt x="1524431" y="87795"/>
                </a:lnTo>
                <a:lnTo>
                  <a:pt x="1561655" y="80835"/>
                </a:lnTo>
                <a:lnTo>
                  <a:pt x="1580578" y="81673"/>
                </a:lnTo>
                <a:lnTo>
                  <a:pt x="1596415" y="83921"/>
                </a:lnTo>
                <a:lnTo>
                  <a:pt x="1609432" y="87185"/>
                </a:lnTo>
                <a:lnTo>
                  <a:pt x="1619872" y="91097"/>
                </a:lnTo>
                <a:lnTo>
                  <a:pt x="1636318" y="13716"/>
                </a:lnTo>
                <a:close/>
              </a:path>
              <a:path w="1969770" h="351154">
                <a:moveTo>
                  <a:pt x="1969706" y="343166"/>
                </a:moveTo>
                <a:lnTo>
                  <a:pt x="1967141" y="327291"/>
                </a:lnTo>
                <a:lnTo>
                  <a:pt x="1965604" y="309587"/>
                </a:lnTo>
                <a:lnTo>
                  <a:pt x="1965426" y="307632"/>
                </a:lnTo>
                <a:lnTo>
                  <a:pt x="1964550" y="286537"/>
                </a:lnTo>
                <a:lnTo>
                  <a:pt x="1964512" y="285661"/>
                </a:lnTo>
                <a:lnTo>
                  <a:pt x="1964423" y="277406"/>
                </a:lnTo>
                <a:lnTo>
                  <a:pt x="1964296" y="267550"/>
                </a:lnTo>
                <a:lnTo>
                  <a:pt x="1964245" y="184937"/>
                </a:lnTo>
                <a:lnTo>
                  <a:pt x="1964245" y="145211"/>
                </a:lnTo>
                <a:lnTo>
                  <a:pt x="1959711" y="99593"/>
                </a:lnTo>
                <a:lnTo>
                  <a:pt x="1944801" y="59766"/>
                </a:lnTo>
                <a:lnTo>
                  <a:pt x="1917484" y="28232"/>
                </a:lnTo>
                <a:lnTo>
                  <a:pt x="1875777" y="7467"/>
                </a:lnTo>
                <a:lnTo>
                  <a:pt x="1863547" y="5905"/>
                </a:lnTo>
                <a:lnTo>
                  <a:pt x="1863547" y="184937"/>
                </a:lnTo>
                <a:lnTo>
                  <a:pt x="1863547" y="227406"/>
                </a:lnTo>
                <a:lnTo>
                  <a:pt x="1841373" y="266192"/>
                </a:lnTo>
                <a:lnTo>
                  <a:pt x="1807375" y="277406"/>
                </a:lnTo>
                <a:lnTo>
                  <a:pt x="1791131" y="274955"/>
                </a:lnTo>
                <a:lnTo>
                  <a:pt x="1778101" y="267550"/>
                </a:lnTo>
                <a:lnTo>
                  <a:pt x="1769440" y="255155"/>
                </a:lnTo>
                <a:lnTo>
                  <a:pt x="1766290" y="237680"/>
                </a:lnTo>
                <a:lnTo>
                  <a:pt x="1773783" y="212674"/>
                </a:lnTo>
                <a:lnTo>
                  <a:pt x="1794370" y="196405"/>
                </a:lnTo>
                <a:lnTo>
                  <a:pt x="1825244" y="187591"/>
                </a:lnTo>
                <a:lnTo>
                  <a:pt x="1863547" y="184937"/>
                </a:lnTo>
                <a:lnTo>
                  <a:pt x="1863547" y="5905"/>
                </a:lnTo>
                <a:lnTo>
                  <a:pt x="1817674" y="0"/>
                </a:lnTo>
                <a:lnTo>
                  <a:pt x="1774888" y="2882"/>
                </a:lnTo>
                <a:lnTo>
                  <a:pt x="1738464" y="10185"/>
                </a:lnTo>
                <a:lnTo>
                  <a:pt x="1709102" y="19939"/>
                </a:lnTo>
                <a:lnTo>
                  <a:pt x="1687512" y="30149"/>
                </a:lnTo>
                <a:lnTo>
                  <a:pt x="1706702" y="97256"/>
                </a:lnTo>
                <a:lnTo>
                  <a:pt x="1725574" y="87528"/>
                </a:lnTo>
                <a:lnTo>
                  <a:pt x="1748307" y="79451"/>
                </a:lnTo>
                <a:lnTo>
                  <a:pt x="1773351" y="73952"/>
                </a:lnTo>
                <a:lnTo>
                  <a:pt x="1799158" y="71907"/>
                </a:lnTo>
                <a:lnTo>
                  <a:pt x="1830349" y="76161"/>
                </a:lnTo>
                <a:lnTo>
                  <a:pt x="1848904" y="86893"/>
                </a:lnTo>
                <a:lnTo>
                  <a:pt x="1857819" y="101104"/>
                </a:lnTo>
                <a:lnTo>
                  <a:pt x="1860130" y="115760"/>
                </a:lnTo>
                <a:lnTo>
                  <a:pt x="1860130" y="119875"/>
                </a:lnTo>
                <a:lnTo>
                  <a:pt x="1804416" y="123317"/>
                </a:lnTo>
                <a:lnTo>
                  <a:pt x="1756498" y="133743"/>
                </a:lnTo>
                <a:lnTo>
                  <a:pt x="1717395" y="151282"/>
                </a:lnTo>
                <a:lnTo>
                  <a:pt x="1688185" y="176085"/>
                </a:lnTo>
                <a:lnTo>
                  <a:pt x="1669884" y="208254"/>
                </a:lnTo>
                <a:lnTo>
                  <a:pt x="1663547" y="247954"/>
                </a:lnTo>
                <a:lnTo>
                  <a:pt x="1670926" y="286537"/>
                </a:lnTo>
                <a:lnTo>
                  <a:pt x="1692224" y="319354"/>
                </a:lnTo>
                <a:lnTo>
                  <a:pt x="1726247" y="342163"/>
                </a:lnTo>
                <a:lnTo>
                  <a:pt x="1771764" y="350697"/>
                </a:lnTo>
                <a:lnTo>
                  <a:pt x="1800428" y="348030"/>
                </a:lnTo>
                <a:lnTo>
                  <a:pt x="1826387" y="340169"/>
                </a:lnTo>
                <a:lnTo>
                  <a:pt x="1849018" y="327291"/>
                </a:lnTo>
                <a:lnTo>
                  <a:pt x="1867662" y="309587"/>
                </a:lnTo>
                <a:lnTo>
                  <a:pt x="1869706" y="309587"/>
                </a:lnTo>
                <a:lnTo>
                  <a:pt x="1875878" y="343166"/>
                </a:lnTo>
                <a:lnTo>
                  <a:pt x="1969706" y="343166"/>
                </a:lnTo>
                <a:close/>
              </a:path>
            </a:pathLst>
          </a:custGeom>
          <a:solidFill>
            <a:srgbClr val="0000FC"/>
          </a:solidFill>
        </p:spPr>
        <p:txBody>
          <a:bodyPr wrap="square" lIns="0" tIns="0" rIns="0" bIns="0" rtlCol="0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sz="1092" dirty="0"/>
          </a:p>
        </p:txBody>
      </p:sp>
      <p:sp>
        <p:nvSpPr>
          <p:cNvPr id="5" name="Dikdörtgen: Köşeleri Yuvarlatılmış 4">
            <a:extLst>
              <a:ext uri="{FF2B5EF4-FFF2-40B4-BE49-F238E27FC236}">
                <a16:creationId xmlns:a16="http://schemas.microsoft.com/office/drawing/2014/main" id="{C26CB9E6-A462-818B-F29A-B7075C43BA3C}"/>
              </a:ext>
            </a:extLst>
          </p:cNvPr>
          <p:cNvSpPr/>
          <p:nvPr/>
        </p:nvSpPr>
        <p:spPr>
          <a:xfrm>
            <a:off x="901977" y="1494556"/>
            <a:ext cx="2828961" cy="1341310"/>
          </a:xfrm>
          <a:prstGeom prst="roundRect">
            <a:avLst/>
          </a:prstGeom>
          <a:solidFill>
            <a:srgbClr val="F0F4FF"/>
          </a:solidFill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9" name="Dikdörtgen: Köşeleri Yuvarlatılmış 8">
            <a:extLst>
              <a:ext uri="{FF2B5EF4-FFF2-40B4-BE49-F238E27FC236}">
                <a16:creationId xmlns:a16="http://schemas.microsoft.com/office/drawing/2014/main" id="{1BF20735-F715-F106-5A7F-C382CEE4A595}"/>
              </a:ext>
            </a:extLst>
          </p:cNvPr>
          <p:cNvSpPr/>
          <p:nvPr/>
        </p:nvSpPr>
        <p:spPr>
          <a:xfrm>
            <a:off x="901027" y="4751001"/>
            <a:ext cx="2828961" cy="1341310"/>
          </a:xfrm>
          <a:prstGeom prst="roundRect">
            <a:avLst/>
          </a:prstGeom>
          <a:solidFill>
            <a:srgbClr val="F0F4FF"/>
          </a:solidFill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13" name="Dikdörtgen: Köşeleri Yuvarlatılmış 12">
            <a:extLst>
              <a:ext uri="{FF2B5EF4-FFF2-40B4-BE49-F238E27FC236}">
                <a16:creationId xmlns:a16="http://schemas.microsoft.com/office/drawing/2014/main" id="{0188A2B8-8E9C-DABD-D445-34BA0B6A3F13}"/>
              </a:ext>
            </a:extLst>
          </p:cNvPr>
          <p:cNvSpPr/>
          <p:nvPr/>
        </p:nvSpPr>
        <p:spPr>
          <a:xfrm>
            <a:off x="7768441" y="1507888"/>
            <a:ext cx="2828961" cy="1341310"/>
          </a:xfrm>
          <a:prstGeom prst="roundRect">
            <a:avLst/>
          </a:prstGeom>
          <a:solidFill>
            <a:srgbClr val="F0F4FF"/>
          </a:solidFill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17" name="Dikdörtgen: Köşeleri Yuvarlatılmış 16">
            <a:extLst>
              <a:ext uri="{FF2B5EF4-FFF2-40B4-BE49-F238E27FC236}">
                <a16:creationId xmlns:a16="http://schemas.microsoft.com/office/drawing/2014/main" id="{27FBA63C-1189-7F97-0689-33CCD0FF2375}"/>
              </a:ext>
            </a:extLst>
          </p:cNvPr>
          <p:cNvSpPr/>
          <p:nvPr/>
        </p:nvSpPr>
        <p:spPr>
          <a:xfrm>
            <a:off x="7768441" y="4621818"/>
            <a:ext cx="2828961" cy="1341310"/>
          </a:xfrm>
          <a:prstGeom prst="roundRect">
            <a:avLst/>
          </a:prstGeom>
          <a:solidFill>
            <a:srgbClr val="F0F4FF"/>
          </a:solidFill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cxnSp>
        <p:nvCxnSpPr>
          <p:cNvPr id="20" name="Düz Ok Bağlayıcısı 19">
            <a:extLst>
              <a:ext uri="{FF2B5EF4-FFF2-40B4-BE49-F238E27FC236}">
                <a16:creationId xmlns:a16="http://schemas.microsoft.com/office/drawing/2014/main" id="{D41E00A2-467B-C9E9-BFBF-BFF601A3CE2E}"/>
              </a:ext>
            </a:extLst>
          </p:cNvPr>
          <p:cNvCxnSpPr>
            <a:cxnSpLocks/>
          </p:cNvCxnSpPr>
          <p:nvPr/>
        </p:nvCxnSpPr>
        <p:spPr>
          <a:xfrm flipH="1" flipV="1">
            <a:off x="3848194" y="2178228"/>
            <a:ext cx="808872" cy="579279"/>
          </a:xfrm>
          <a:prstGeom prst="straightConnector1">
            <a:avLst/>
          </a:prstGeom>
          <a:ln w="25400" cmpd="dbl">
            <a:solidFill>
              <a:schemeClr val="accent1">
                <a:lumMod val="50000"/>
              </a:schemeClr>
            </a:solidFill>
            <a:prstDash val="dash"/>
            <a:bevel/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Düz Ok Bağlayıcısı 20">
            <a:extLst>
              <a:ext uri="{FF2B5EF4-FFF2-40B4-BE49-F238E27FC236}">
                <a16:creationId xmlns:a16="http://schemas.microsoft.com/office/drawing/2014/main" id="{33AD6D01-F65F-5AC1-1715-CE7E6EF155A1}"/>
              </a:ext>
            </a:extLst>
          </p:cNvPr>
          <p:cNvCxnSpPr>
            <a:cxnSpLocks/>
          </p:cNvCxnSpPr>
          <p:nvPr/>
        </p:nvCxnSpPr>
        <p:spPr>
          <a:xfrm flipH="1">
            <a:off x="3828005" y="4791485"/>
            <a:ext cx="829061" cy="542546"/>
          </a:xfrm>
          <a:prstGeom prst="straightConnector1">
            <a:avLst/>
          </a:prstGeom>
          <a:ln w="25400" cmpd="dbl">
            <a:solidFill>
              <a:schemeClr val="accent1">
                <a:lumMod val="50000"/>
              </a:schemeClr>
            </a:solidFill>
            <a:prstDash val="dash"/>
            <a:bevel/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Düz Ok Bağlayıcısı 21">
            <a:extLst>
              <a:ext uri="{FF2B5EF4-FFF2-40B4-BE49-F238E27FC236}">
                <a16:creationId xmlns:a16="http://schemas.microsoft.com/office/drawing/2014/main" id="{4CCEB1F9-A9DC-644B-2DAB-5853E7DDAE55}"/>
              </a:ext>
            </a:extLst>
          </p:cNvPr>
          <p:cNvCxnSpPr>
            <a:cxnSpLocks/>
          </p:cNvCxnSpPr>
          <p:nvPr/>
        </p:nvCxnSpPr>
        <p:spPr>
          <a:xfrm flipV="1">
            <a:off x="6816441" y="2093462"/>
            <a:ext cx="797259" cy="592733"/>
          </a:xfrm>
          <a:prstGeom prst="straightConnector1">
            <a:avLst/>
          </a:prstGeom>
          <a:ln w="25400" cmpd="dbl">
            <a:solidFill>
              <a:schemeClr val="accent1">
                <a:lumMod val="50000"/>
              </a:schemeClr>
            </a:solidFill>
            <a:prstDash val="dash"/>
            <a:bevel/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Düz Ok Bağlayıcısı 22">
            <a:extLst>
              <a:ext uri="{FF2B5EF4-FFF2-40B4-BE49-F238E27FC236}">
                <a16:creationId xmlns:a16="http://schemas.microsoft.com/office/drawing/2014/main" id="{3D67FED6-591F-EE12-0DF3-A23D05B3BC92}"/>
              </a:ext>
            </a:extLst>
          </p:cNvPr>
          <p:cNvCxnSpPr>
            <a:cxnSpLocks/>
          </p:cNvCxnSpPr>
          <p:nvPr/>
        </p:nvCxnSpPr>
        <p:spPr>
          <a:xfrm>
            <a:off x="6935964" y="4695689"/>
            <a:ext cx="717269" cy="713137"/>
          </a:xfrm>
          <a:prstGeom prst="straightConnector1">
            <a:avLst/>
          </a:prstGeom>
          <a:ln w="25400" cmpd="dbl">
            <a:solidFill>
              <a:schemeClr val="accent1">
                <a:lumMod val="50000"/>
              </a:schemeClr>
            </a:solidFill>
            <a:prstDash val="dash"/>
            <a:bevel/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Oval 23">
            <a:extLst>
              <a:ext uri="{FF2B5EF4-FFF2-40B4-BE49-F238E27FC236}">
                <a16:creationId xmlns:a16="http://schemas.microsoft.com/office/drawing/2014/main" id="{E683E835-D2CC-5AB6-D76C-584529C26D2C}"/>
              </a:ext>
            </a:extLst>
          </p:cNvPr>
          <p:cNvSpPr/>
          <p:nvPr/>
        </p:nvSpPr>
        <p:spPr>
          <a:xfrm>
            <a:off x="4287848" y="2388917"/>
            <a:ext cx="2778289" cy="2774373"/>
          </a:xfrm>
          <a:prstGeom prst="ellipse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tr-TR" dirty="0"/>
          </a:p>
        </p:txBody>
      </p:sp>
      <p:pic>
        <p:nvPicPr>
          <p:cNvPr id="25" name="Grafik 24">
            <a:extLst>
              <a:ext uri="{FF2B5EF4-FFF2-40B4-BE49-F238E27FC236}">
                <a16:creationId xmlns:a16="http://schemas.microsoft.com/office/drawing/2014/main" id="{D2473F5C-7C6E-0661-09B4-7F5886BC4A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419253" y="3147141"/>
            <a:ext cx="2385306" cy="1572010"/>
          </a:xfrm>
          <a:prstGeom prst="rect">
            <a:avLst/>
          </a:prstGeom>
        </p:spPr>
      </p:pic>
      <p:sp>
        <p:nvSpPr>
          <p:cNvPr id="29" name="Metin kutusu 28">
            <a:extLst>
              <a:ext uri="{FF2B5EF4-FFF2-40B4-BE49-F238E27FC236}">
                <a16:creationId xmlns:a16="http://schemas.microsoft.com/office/drawing/2014/main" id="{2F149D79-3AB0-4231-55B1-839F8610A984}"/>
              </a:ext>
            </a:extLst>
          </p:cNvPr>
          <p:cNvSpPr txBox="1"/>
          <p:nvPr/>
        </p:nvSpPr>
        <p:spPr>
          <a:xfrm>
            <a:off x="1011150" y="1690000"/>
            <a:ext cx="2608713" cy="3098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20"/>
              </a:lnSpc>
              <a:spcBef>
                <a:spcPts val="0"/>
              </a:spcBef>
              <a:spcAft>
                <a:spcPts val="780"/>
              </a:spcAft>
            </a:pPr>
            <a:r>
              <a:rPr lang="tr-TR" sz="1400" b="1" dirty="0">
                <a:solidFill>
                  <a:srgbClr val="2D3748"/>
                </a:solidFill>
                <a:latin typeface="+mj-lt"/>
              </a:rPr>
              <a:t>Sepet Miktarını Artırma</a:t>
            </a:r>
          </a:p>
        </p:txBody>
      </p:sp>
      <p:sp>
        <p:nvSpPr>
          <p:cNvPr id="31" name="Metin kutusu 30">
            <a:extLst>
              <a:ext uri="{FF2B5EF4-FFF2-40B4-BE49-F238E27FC236}">
                <a16:creationId xmlns:a16="http://schemas.microsoft.com/office/drawing/2014/main" id="{E8CE70CB-0EC2-FFFD-2F2B-D58B47AE7AE1}"/>
              </a:ext>
            </a:extLst>
          </p:cNvPr>
          <p:cNvSpPr txBox="1"/>
          <p:nvPr/>
        </p:nvSpPr>
        <p:spPr>
          <a:xfrm>
            <a:off x="1011149" y="2059964"/>
            <a:ext cx="2608713" cy="537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20"/>
              </a:lnSpc>
            </a:pPr>
            <a:r>
              <a:rPr lang="tr-TR" sz="1200" dirty="0">
                <a:solidFill>
                  <a:srgbClr val="4A5568"/>
                </a:solidFill>
                <a:latin typeface="+mj-lt"/>
              </a:rPr>
              <a:t>Alışveriş sepetindeki ortalama ürün sayısını artırma</a:t>
            </a:r>
          </a:p>
        </p:txBody>
      </p:sp>
      <p:sp>
        <p:nvSpPr>
          <p:cNvPr id="32" name="Metin kutusu 31">
            <a:extLst>
              <a:ext uri="{FF2B5EF4-FFF2-40B4-BE49-F238E27FC236}">
                <a16:creationId xmlns:a16="http://schemas.microsoft.com/office/drawing/2014/main" id="{3F32F451-FF6D-F520-BC4C-CF8B908D9903}"/>
              </a:ext>
            </a:extLst>
          </p:cNvPr>
          <p:cNvSpPr txBox="1"/>
          <p:nvPr/>
        </p:nvSpPr>
        <p:spPr>
          <a:xfrm>
            <a:off x="7953207" y="1732095"/>
            <a:ext cx="2400324" cy="3128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20"/>
              </a:lnSpc>
              <a:spcBef>
                <a:spcPts val="0"/>
              </a:spcBef>
              <a:spcAft>
                <a:spcPts val="780"/>
              </a:spcAft>
            </a:pPr>
            <a:r>
              <a:rPr lang="tr-TR" sz="1400" b="1" dirty="0">
                <a:solidFill>
                  <a:srgbClr val="2D3748"/>
                </a:solidFill>
                <a:latin typeface="+mj-lt"/>
              </a:rPr>
              <a:t>Çapraz Satış ve Dönüşüm</a:t>
            </a:r>
          </a:p>
        </p:txBody>
      </p:sp>
      <p:sp>
        <p:nvSpPr>
          <p:cNvPr id="33" name="Metin kutusu 32">
            <a:extLst>
              <a:ext uri="{FF2B5EF4-FFF2-40B4-BE49-F238E27FC236}">
                <a16:creationId xmlns:a16="http://schemas.microsoft.com/office/drawing/2014/main" id="{2F0521A0-9932-367A-1E5C-80C35E849389}"/>
              </a:ext>
            </a:extLst>
          </p:cNvPr>
          <p:cNvSpPr txBox="1"/>
          <p:nvPr/>
        </p:nvSpPr>
        <p:spPr>
          <a:xfrm>
            <a:off x="7960814" y="2045112"/>
            <a:ext cx="2400324" cy="537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20"/>
              </a:lnSpc>
            </a:pPr>
            <a:r>
              <a:rPr lang="tr-TR" sz="1200" dirty="0">
                <a:solidFill>
                  <a:srgbClr val="4A5568"/>
                </a:solidFill>
                <a:latin typeface="+mj-lt"/>
              </a:rPr>
              <a:t>İlgili ürün önerileriyle dönüşüm oranını yükseltme</a:t>
            </a:r>
          </a:p>
        </p:txBody>
      </p:sp>
      <p:sp>
        <p:nvSpPr>
          <p:cNvPr id="34" name="TextBox 17">
            <a:extLst>
              <a:ext uri="{FF2B5EF4-FFF2-40B4-BE49-F238E27FC236}">
                <a16:creationId xmlns:a16="http://schemas.microsoft.com/office/drawing/2014/main" id="{94ECA225-8237-3D82-B9B4-176705863522}"/>
              </a:ext>
            </a:extLst>
          </p:cNvPr>
          <p:cNvSpPr txBox="1"/>
          <p:nvPr/>
        </p:nvSpPr>
        <p:spPr>
          <a:xfrm>
            <a:off x="1084915" y="4984569"/>
            <a:ext cx="1549976" cy="33130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>
              <a:lnSpc>
                <a:spcPts val="1820"/>
              </a:lnSpc>
              <a:spcBef>
                <a:spcPts val="0"/>
              </a:spcBef>
              <a:spcAft>
                <a:spcPts val="780"/>
              </a:spcAft>
            </a:pPr>
            <a:r>
              <a:rPr lang="tr-TR" sz="1400" b="1" dirty="0">
                <a:solidFill>
                  <a:srgbClr val="2D3748"/>
                </a:solidFill>
                <a:latin typeface="+mj-lt"/>
              </a:rPr>
              <a:t>Ek Gelir Oluşturma</a:t>
            </a:r>
          </a:p>
        </p:txBody>
      </p:sp>
      <p:sp>
        <p:nvSpPr>
          <p:cNvPr id="35" name="TextBox 18">
            <a:extLst>
              <a:ext uri="{FF2B5EF4-FFF2-40B4-BE49-F238E27FC236}">
                <a16:creationId xmlns:a16="http://schemas.microsoft.com/office/drawing/2014/main" id="{A3F71718-0294-2289-EE93-2FA482195B7F}"/>
              </a:ext>
            </a:extLst>
          </p:cNvPr>
          <p:cNvSpPr txBox="1"/>
          <p:nvPr/>
        </p:nvSpPr>
        <p:spPr>
          <a:xfrm>
            <a:off x="1084915" y="5297721"/>
            <a:ext cx="2477786" cy="555408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>
              <a:lnSpc>
                <a:spcPts val="1820"/>
              </a:lnSpc>
            </a:pPr>
            <a:r>
              <a:rPr lang="tr-TR" sz="1200" dirty="0">
                <a:solidFill>
                  <a:srgbClr val="4A5568"/>
                </a:solidFill>
                <a:latin typeface="+mj-lt"/>
              </a:rPr>
              <a:t>Akıllı tavsiyelerle ek satış geliri elde etme</a:t>
            </a:r>
          </a:p>
        </p:txBody>
      </p:sp>
      <p:sp>
        <p:nvSpPr>
          <p:cNvPr id="36" name="TextBox 22">
            <a:extLst>
              <a:ext uri="{FF2B5EF4-FFF2-40B4-BE49-F238E27FC236}">
                <a16:creationId xmlns:a16="http://schemas.microsoft.com/office/drawing/2014/main" id="{01403403-552B-808C-48F6-DB2FE1A91041}"/>
              </a:ext>
            </a:extLst>
          </p:cNvPr>
          <p:cNvSpPr txBox="1"/>
          <p:nvPr/>
        </p:nvSpPr>
        <p:spPr>
          <a:xfrm>
            <a:off x="8024248" y="4876511"/>
            <a:ext cx="1614160" cy="33130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>
              <a:lnSpc>
                <a:spcPts val="1820"/>
              </a:lnSpc>
              <a:spcBef>
                <a:spcPts val="0"/>
              </a:spcBef>
              <a:spcAft>
                <a:spcPts val="780"/>
              </a:spcAft>
            </a:pPr>
            <a:r>
              <a:rPr lang="tr-TR" sz="1400" b="1" dirty="0">
                <a:solidFill>
                  <a:srgbClr val="2D3748"/>
                </a:solidFill>
                <a:latin typeface="+mj-lt"/>
              </a:rPr>
              <a:t>Hızlı Değer Sağlama</a:t>
            </a:r>
          </a:p>
        </p:txBody>
      </p:sp>
      <p:sp>
        <p:nvSpPr>
          <p:cNvPr id="37" name="TextBox 23">
            <a:extLst>
              <a:ext uri="{FF2B5EF4-FFF2-40B4-BE49-F238E27FC236}">
                <a16:creationId xmlns:a16="http://schemas.microsoft.com/office/drawing/2014/main" id="{CA205F8A-93D5-9029-F7CB-60F251CD567C}"/>
              </a:ext>
            </a:extLst>
          </p:cNvPr>
          <p:cNvSpPr txBox="1"/>
          <p:nvPr/>
        </p:nvSpPr>
        <p:spPr>
          <a:xfrm>
            <a:off x="8024248" y="5134562"/>
            <a:ext cx="2053771" cy="555408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>
              <a:lnSpc>
                <a:spcPts val="1820"/>
              </a:lnSpc>
            </a:pPr>
            <a:r>
              <a:rPr lang="tr-TR" sz="1200" dirty="0">
                <a:solidFill>
                  <a:srgbClr val="4A5568"/>
                </a:solidFill>
                <a:latin typeface="+mj-lt"/>
              </a:rPr>
              <a:t>MVP ile hızlı ve güvenli değer sunma</a:t>
            </a:r>
          </a:p>
        </p:txBody>
      </p:sp>
      <p:sp>
        <p:nvSpPr>
          <p:cNvPr id="38" name="TextBox 2">
            <a:extLst>
              <a:ext uri="{FF2B5EF4-FFF2-40B4-BE49-F238E27FC236}">
                <a16:creationId xmlns:a16="http://schemas.microsoft.com/office/drawing/2014/main" id="{BAA08E38-62AC-BEB4-22C3-5A936AEBD2D1}"/>
              </a:ext>
            </a:extLst>
          </p:cNvPr>
          <p:cNvSpPr txBox="1"/>
          <p:nvPr/>
        </p:nvSpPr>
        <p:spPr>
          <a:xfrm>
            <a:off x="5248908" y="2609741"/>
            <a:ext cx="862672" cy="47891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lang="tr-TR" sz="2392" b="1" dirty="0">
                <a:solidFill>
                  <a:schemeClr val="tx2">
                    <a:lumMod val="50000"/>
                  </a:schemeClr>
                </a:solidFill>
              </a:rPr>
              <a:t>Amaç</a:t>
            </a:r>
            <a:endParaRPr sz="2392" b="1" dirty="0">
              <a:solidFill>
                <a:schemeClr val="tx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128395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AC469D-BD83-8366-C449-0AFE18C026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fik 8">
            <a:extLst>
              <a:ext uri="{FF2B5EF4-FFF2-40B4-BE49-F238E27FC236}">
                <a16:creationId xmlns:a16="http://schemas.microsoft.com/office/drawing/2014/main" id="{26B6497D-5D19-6ACC-2191-B49FEAAF6D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14610" y="1058641"/>
            <a:ext cx="5363925" cy="4923227"/>
          </a:xfrm>
          <a:prstGeom prst="rect">
            <a:avLst/>
          </a:prstGeom>
        </p:spPr>
      </p:pic>
      <p:sp>
        <p:nvSpPr>
          <p:cNvPr id="52" name="object 3">
            <a:extLst>
              <a:ext uri="{FF2B5EF4-FFF2-40B4-BE49-F238E27FC236}">
                <a16:creationId xmlns:a16="http://schemas.microsoft.com/office/drawing/2014/main" id="{1D875AFB-FC33-CD5A-CC8D-BDAC42F194C2}"/>
              </a:ext>
            </a:extLst>
          </p:cNvPr>
          <p:cNvSpPr>
            <a:spLocks noChangeAspect="1"/>
          </p:cNvSpPr>
          <p:nvPr/>
        </p:nvSpPr>
        <p:spPr>
          <a:xfrm>
            <a:off x="244769" y="-1438805"/>
            <a:ext cx="1314417" cy="3235678"/>
          </a:xfrm>
          <a:custGeom>
            <a:avLst/>
            <a:gdLst/>
            <a:ahLst/>
            <a:cxnLst/>
            <a:rect l="l" t="t" r="r" b="b"/>
            <a:pathLst>
              <a:path w="1755775" h="3842385">
                <a:moveTo>
                  <a:pt x="1755433" y="0"/>
                </a:moveTo>
                <a:lnTo>
                  <a:pt x="0" y="0"/>
                </a:lnTo>
                <a:lnTo>
                  <a:pt x="1" y="2964216"/>
                </a:lnTo>
                <a:lnTo>
                  <a:pt x="1298" y="3012375"/>
                </a:lnTo>
                <a:lnTo>
                  <a:pt x="5150" y="3059855"/>
                </a:lnTo>
                <a:lnTo>
                  <a:pt x="11487" y="3106589"/>
                </a:lnTo>
                <a:lnTo>
                  <a:pt x="20244" y="3152510"/>
                </a:lnTo>
                <a:lnTo>
                  <a:pt x="31353" y="3197552"/>
                </a:lnTo>
                <a:lnTo>
                  <a:pt x="44747" y="3241647"/>
                </a:lnTo>
                <a:lnTo>
                  <a:pt x="60359" y="3284729"/>
                </a:lnTo>
                <a:lnTo>
                  <a:pt x="78122" y="3326730"/>
                </a:lnTo>
                <a:lnTo>
                  <a:pt x="97969" y="3367583"/>
                </a:lnTo>
                <a:lnTo>
                  <a:pt x="119834" y="3407223"/>
                </a:lnTo>
                <a:lnTo>
                  <a:pt x="143650" y="3445581"/>
                </a:lnTo>
                <a:lnTo>
                  <a:pt x="169349" y="3482591"/>
                </a:lnTo>
                <a:lnTo>
                  <a:pt x="196865" y="3518185"/>
                </a:lnTo>
                <a:lnTo>
                  <a:pt x="226130" y="3552298"/>
                </a:lnTo>
                <a:lnTo>
                  <a:pt x="257078" y="3584862"/>
                </a:lnTo>
                <a:lnTo>
                  <a:pt x="289642" y="3615810"/>
                </a:lnTo>
                <a:lnTo>
                  <a:pt x="323755" y="3645075"/>
                </a:lnTo>
                <a:lnTo>
                  <a:pt x="359349" y="3672591"/>
                </a:lnTo>
                <a:lnTo>
                  <a:pt x="396359" y="3698290"/>
                </a:lnTo>
                <a:lnTo>
                  <a:pt x="434717" y="3722105"/>
                </a:lnTo>
                <a:lnTo>
                  <a:pt x="474355" y="3743970"/>
                </a:lnTo>
                <a:lnTo>
                  <a:pt x="515208" y="3763817"/>
                </a:lnTo>
                <a:lnTo>
                  <a:pt x="557209" y="3781580"/>
                </a:lnTo>
                <a:lnTo>
                  <a:pt x="600289" y="3797192"/>
                </a:lnTo>
                <a:lnTo>
                  <a:pt x="644383" y="3810585"/>
                </a:lnTo>
                <a:lnTo>
                  <a:pt x="689424" y="3821694"/>
                </a:lnTo>
                <a:lnTo>
                  <a:pt x="735343" y="3830450"/>
                </a:lnTo>
                <a:lnTo>
                  <a:pt x="782076" y="3836788"/>
                </a:lnTo>
                <a:lnTo>
                  <a:pt x="829554" y="3840639"/>
                </a:lnTo>
                <a:lnTo>
                  <a:pt x="877711" y="3841935"/>
                </a:lnTo>
                <a:lnTo>
                  <a:pt x="925869" y="3840639"/>
                </a:lnTo>
                <a:lnTo>
                  <a:pt x="973348" y="3836788"/>
                </a:lnTo>
                <a:lnTo>
                  <a:pt x="1020081" y="3830450"/>
                </a:lnTo>
                <a:lnTo>
                  <a:pt x="1066002" y="3821694"/>
                </a:lnTo>
                <a:lnTo>
                  <a:pt x="1111043" y="3810585"/>
                </a:lnTo>
                <a:lnTo>
                  <a:pt x="1155138" y="3797192"/>
                </a:lnTo>
                <a:lnTo>
                  <a:pt x="1198219" y="3781580"/>
                </a:lnTo>
                <a:lnTo>
                  <a:pt x="1240220" y="3763817"/>
                </a:lnTo>
                <a:lnTo>
                  <a:pt x="1281074" y="3743970"/>
                </a:lnTo>
                <a:lnTo>
                  <a:pt x="1320713" y="3722105"/>
                </a:lnTo>
                <a:lnTo>
                  <a:pt x="1359071" y="3698290"/>
                </a:lnTo>
                <a:lnTo>
                  <a:pt x="1396081" y="3672591"/>
                </a:lnTo>
                <a:lnTo>
                  <a:pt x="1431676" y="3645075"/>
                </a:lnTo>
                <a:lnTo>
                  <a:pt x="1465789" y="3615810"/>
                </a:lnTo>
                <a:lnTo>
                  <a:pt x="1498353" y="3584862"/>
                </a:lnTo>
                <a:lnTo>
                  <a:pt x="1529301" y="3552298"/>
                </a:lnTo>
                <a:lnTo>
                  <a:pt x="1558567" y="3518185"/>
                </a:lnTo>
                <a:lnTo>
                  <a:pt x="1586083" y="3482591"/>
                </a:lnTo>
                <a:lnTo>
                  <a:pt x="1611782" y="3445581"/>
                </a:lnTo>
                <a:lnTo>
                  <a:pt x="1635598" y="3407223"/>
                </a:lnTo>
                <a:lnTo>
                  <a:pt x="1657463" y="3367583"/>
                </a:lnTo>
                <a:lnTo>
                  <a:pt x="1677310" y="3326730"/>
                </a:lnTo>
                <a:lnTo>
                  <a:pt x="1695074" y="3284729"/>
                </a:lnTo>
                <a:lnTo>
                  <a:pt x="1710686" y="3241647"/>
                </a:lnTo>
                <a:lnTo>
                  <a:pt x="1724080" y="3197552"/>
                </a:lnTo>
                <a:lnTo>
                  <a:pt x="1735188" y="3152510"/>
                </a:lnTo>
                <a:lnTo>
                  <a:pt x="1743945" y="3106589"/>
                </a:lnTo>
                <a:lnTo>
                  <a:pt x="1750283" y="3059855"/>
                </a:lnTo>
                <a:lnTo>
                  <a:pt x="1754134" y="3012375"/>
                </a:lnTo>
                <a:lnTo>
                  <a:pt x="1755434" y="2964216"/>
                </a:lnTo>
                <a:lnTo>
                  <a:pt x="1755433" y="0"/>
                </a:lnTo>
                <a:close/>
              </a:path>
            </a:pathLst>
          </a:custGeom>
          <a:solidFill>
            <a:srgbClr val="B6CAFF">
              <a:alpha val="19999"/>
            </a:srgbClr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4" name="object 3">
            <a:extLst>
              <a:ext uri="{FF2B5EF4-FFF2-40B4-BE49-F238E27FC236}">
                <a16:creationId xmlns:a16="http://schemas.microsoft.com/office/drawing/2014/main" id="{F00F40D7-7448-FF81-DD1D-67EAEFECF581}"/>
              </a:ext>
            </a:extLst>
          </p:cNvPr>
          <p:cNvSpPr/>
          <p:nvPr/>
        </p:nvSpPr>
        <p:spPr>
          <a:xfrm rot="10800000">
            <a:off x="10696639" y="3616424"/>
            <a:ext cx="1314417" cy="3358950"/>
          </a:xfrm>
          <a:custGeom>
            <a:avLst/>
            <a:gdLst/>
            <a:ahLst/>
            <a:cxnLst/>
            <a:rect l="l" t="t" r="r" b="b"/>
            <a:pathLst>
              <a:path w="1755775" h="3842385">
                <a:moveTo>
                  <a:pt x="1755433" y="0"/>
                </a:moveTo>
                <a:lnTo>
                  <a:pt x="0" y="0"/>
                </a:lnTo>
                <a:lnTo>
                  <a:pt x="1" y="2964216"/>
                </a:lnTo>
                <a:lnTo>
                  <a:pt x="1298" y="3012375"/>
                </a:lnTo>
                <a:lnTo>
                  <a:pt x="5150" y="3059855"/>
                </a:lnTo>
                <a:lnTo>
                  <a:pt x="11487" y="3106589"/>
                </a:lnTo>
                <a:lnTo>
                  <a:pt x="20244" y="3152510"/>
                </a:lnTo>
                <a:lnTo>
                  <a:pt x="31353" y="3197552"/>
                </a:lnTo>
                <a:lnTo>
                  <a:pt x="44747" y="3241647"/>
                </a:lnTo>
                <a:lnTo>
                  <a:pt x="60359" y="3284729"/>
                </a:lnTo>
                <a:lnTo>
                  <a:pt x="78122" y="3326730"/>
                </a:lnTo>
                <a:lnTo>
                  <a:pt x="97969" y="3367583"/>
                </a:lnTo>
                <a:lnTo>
                  <a:pt x="119834" y="3407223"/>
                </a:lnTo>
                <a:lnTo>
                  <a:pt x="143650" y="3445581"/>
                </a:lnTo>
                <a:lnTo>
                  <a:pt x="169349" y="3482591"/>
                </a:lnTo>
                <a:lnTo>
                  <a:pt x="196865" y="3518185"/>
                </a:lnTo>
                <a:lnTo>
                  <a:pt x="226130" y="3552298"/>
                </a:lnTo>
                <a:lnTo>
                  <a:pt x="257078" y="3584862"/>
                </a:lnTo>
                <a:lnTo>
                  <a:pt x="289642" y="3615810"/>
                </a:lnTo>
                <a:lnTo>
                  <a:pt x="323755" y="3645075"/>
                </a:lnTo>
                <a:lnTo>
                  <a:pt x="359349" y="3672591"/>
                </a:lnTo>
                <a:lnTo>
                  <a:pt x="396359" y="3698290"/>
                </a:lnTo>
                <a:lnTo>
                  <a:pt x="434717" y="3722105"/>
                </a:lnTo>
                <a:lnTo>
                  <a:pt x="474355" y="3743970"/>
                </a:lnTo>
                <a:lnTo>
                  <a:pt x="515208" y="3763817"/>
                </a:lnTo>
                <a:lnTo>
                  <a:pt x="557209" y="3781580"/>
                </a:lnTo>
                <a:lnTo>
                  <a:pt x="600289" y="3797192"/>
                </a:lnTo>
                <a:lnTo>
                  <a:pt x="644383" y="3810585"/>
                </a:lnTo>
                <a:lnTo>
                  <a:pt x="689424" y="3821694"/>
                </a:lnTo>
                <a:lnTo>
                  <a:pt x="735343" y="3830450"/>
                </a:lnTo>
                <a:lnTo>
                  <a:pt x="782076" y="3836788"/>
                </a:lnTo>
                <a:lnTo>
                  <a:pt x="829554" y="3840639"/>
                </a:lnTo>
                <a:lnTo>
                  <a:pt x="877711" y="3841935"/>
                </a:lnTo>
                <a:lnTo>
                  <a:pt x="925869" y="3840639"/>
                </a:lnTo>
                <a:lnTo>
                  <a:pt x="973348" y="3836788"/>
                </a:lnTo>
                <a:lnTo>
                  <a:pt x="1020081" y="3830450"/>
                </a:lnTo>
                <a:lnTo>
                  <a:pt x="1066002" y="3821694"/>
                </a:lnTo>
                <a:lnTo>
                  <a:pt x="1111043" y="3810585"/>
                </a:lnTo>
                <a:lnTo>
                  <a:pt x="1155138" y="3797192"/>
                </a:lnTo>
                <a:lnTo>
                  <a:pt x="1198219" y="3781580"/>
                </a:lnTo>
                <a:lnTo>
                  <a:pt x="1240220" y="3763817"/>
                </a:lnTo>
                <a:lnTo>
                  <a:pt x="1281074" y="3743970"/>
                </a:lnTo>
                <a:lnTo>
                  <a:pt x="1320713" y="3722105"/>
                </a:lnTo>
                <a:lnTo>
                  <a:pt x="1359071" y="3698290"/>
                </a:lnTo>
                <a:lnTo>
                  <a:pt x="1396081" y="3672591"/>
                </a:lnTo>
                <a:lnTo>
                  <a:pt x="1431676" y="3645075"/>
                </a:lnTo>
                <a:lnTo>
                  <a:pt x="1465789" y="3615810"/>
                </a:lnTo>
                <a:lnTo>
                  <a:pt x="1498353" y="3584862"/>
                </a:lnTo>
                <a:lnTo>
                  <a:pt x="1529301" y="3552298"/>
                </a:lnTo>
                <a:lnTo>
                  <a:pt x="1558567" y="3518185"/>
                </a:lnTo>
                <a:lnTo>
                  <a:pt x="1586083" y="3482591"/>
                </a:lnTo>
                <a:lnTo>
                  <a:pt x="1611782" y="3445581"/>
                </a:lnTo>
                <a:lnTo>
                  <a:pt x="1635598" y="3407223"/>
                </a:lnTo>
                <a:lnTo>
                  <a:pt x="1657463" y="3367583"/>
                </a:lnTo>
                <a:lnTo>
                  <a:pt x="1677310" y="3326730"/>
                </a:lnTo>
                <a:lnTo>
                  <a:pt x="1695074" y="3284729"/>
                </a:lnTo>
                <a:lnTo>
                  <a:pt x="1710686" y="3241647"/>
                </a:lnTo>
                <a:lnTo>
                  <a:pt x="1724080" y="3197552"/>
                </a:lnTo>
                <a:lnTo>
                  <a:pt x="1735188" y="3152510"/>
                </a:lnTo>
                <a:lnTo>
                  <a:pt x="1743945" y="3106589"/>
                </a:lnTo>
                <a:lnTo>
                  <a:pt x="1750283" y="3059855"/>
                </a:lnTo>
                <a:lnTo>
                  <a:pt x="1754134" y="3012375"/>
                </a:lnTo>
                <a:lnTo>
                  <a:pt x="1755434" y="2964216"/>
                </a:lnTo>
                <a:lnTo>
                  <a:pt x="1755433" y="0"/>
                </a:lnTo>
                <a:close/>
              </a:path>
            </a:pathLst>
          </a:custGeom>
          <a:solidFill>
            <a:schemeClr val="tx2">
              <a:lumMod val="60000"/>
              <a:lumOff val="40000"/>
              <a:alpha val="13998"/>
            </a:schemeClr>
          </a:solidFill>
          <a:ln>
            <a:noFill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5">
            <a:extLst>
              <a:ext uri="{FF2B5EF4-FFF2-40B4-BE49-F238E27FC236}">
                <a16:creationId xmlns:a16="http://schemas.microsoft.com/office/drawing/2014/main" id="{FD74CD73-ADFB-5106-DF38-622984804E8D}"/>
              </a:ext>
            </a:extLst>
          </p:cNvPr>
          <p:cNvSpPr/>
          <p:nvPr/>
        </p:nvSpPr>
        <p:spPr>
          <a:xfrm>
            <a:off x="107004" y="6230270"/>
            <a:ext cx="11904051" cy="496126"/>
          </a:xfrm>
          <a:custGeom>
            <a:avLst/>
            <a:gdLst/>
            <a:ahLst/>
            <a:cxnLst/>
            <a:rect l="l" t="t" r="r" b="b"/>
            <a:pathLst>
              <a:path w="17444720" h="795020">
                <a:moveTo>
                  <a:pt x="17155708" y="0"/>
                </a:moveTo>
                <a:lnTo>
                  <a:pt x="288965" y="0"/>
                </a:lnTo>
                <a:lnTo>
                  <a:pt x="242091" y="3782"/>
                </a:lnTo>
                <a:lnTo>
                  <a:pt x="197627" y="14732"/>
                </a:lnTo>
                <a:lnTo>
                  <a:pt x="156166" y="32254"/>
                </a:lnTo>
                <a:lnTo>
                  <a:pt x="118303" y="55754"/>
                </a:lnTo>
                <a:lnTo>
                  <a:pt x="84633" y="84637"/>
                </a:lnTo>
                <a:lnTo>
                  <a:pt x="55751" y="118307"/>
                </a:lnTo>
                <a:lnTo>
                  <a:pt x="32252" y="156170"/>
                </a:lnTo>
                <a:lnTo>
                  <a:pt x="14731" y="197631"/>
                </a:lnTo>
                <a:lnTo>
                  <a:pt x="3781" y="242094"/>
                </a:lnTo>
                <a:lnTo>
                  <a:pt x="0" y="288965"/>
                </a:lnTo>
                <a:lnTo>
                  <a:pt x="0" y="505461"/>
                </a:lnTo>
                <a:lnTo>
                  <a:pt x="3781" y="552331"/>
                </a:lnTo>
                <a:lnTo>
                  <a:pt x="14731" y="596794"/>
                </a:lnTo>
                <a:lnTo>
                  <a:pt x="32252" y="638255"/>
                </a:lnTo>
                <a:lnTo>
                  <a:pt x="55751" y="676118"/>
                </a:lnTo>
                <a:lnTo>
                  <a:pt x="84633" y="709788"/>
                </a:lnTo>
                <a:lnTo>
                  <a:pt x="118303" y="738671"/>
                </a:lnTo>
                <a:lnTo>
                  <a:pt x="156166" y="762171"/>
                </a:lnTo>
                <a:lnTo>
                  <a:pt x="197627" y="779694"/>
                </a:lnTo>
                <a:lnTo>
                  <a:pt x="242091" y="790643"/>
                </a:lnTo>
                <a:lnTo>
                  <a:pt x="288965" y="794426"/>
                </a:lnTo>
                <a:lnTo>
                  <a:pt x="17155708" y="794426"/>
                </a:lnTo>
                <a:lnTo>
                  <a:pt x="17202578" y="790643"/>
                </a:lnTo>
                <a:lnTo>
                  <a:pt x="17247041" y="779694"/>
                </a:lnTo>
                <a:lnTo>
                  <a:pt x="17288502" y="762171"/>
                </a:lnTo>
                <a:lnTo>
                  <a:pt x="17326365" y="738671"/>
                </a:lnTo>
                <a:lnTo>
                  <a:pt x="17360035" y="709788"/>
                </a:lnTo>
                <a:lnTo>
                  <a:pt x="17388918" y="676118"/>
                </a:lnTo>
                <a:lnTo>
                  <a:pt x="17412418" y="638255"/>
                </a:lnTo>
                <a:lnTo>
                  <a:pt x="17429940" y="596794"/>
                </a:lnTo>
                <a:lnTo>
                  <a:pt x="17440890" y="552331"/>
                </a:lnTo>
                <a:lnTo>
                  <a:pt x="17444673" y="505461"/>
                </a:lnTo>
                <a:lnTo>
                  <a:pt x="17444673" y="288965"/>
                </a:lnTo>
                <a:lnTo>
                  <a:pt x="17440890" y="242094"/>
                </a:lnTo>
                <a:lnTo>
                  <a:pt x="17429940" y="197631"/>
                </a:lnTo>
                <a:lnTo>
                  <a:pt x="17412418" y="156170"/>
                </a:lnTo>
                <a:lnTo>
                  <a:pt x="17388918" y="118307"/>
                </a:lnTo>
                <a:lnTo>
                  <a:pt x="17360035" y="84637"/>
                </a:lnTo>
                <a:lnTo>
                  <a:pt x="17326365" y="55754"/>
                </a:lnTo>
                <a:lnTo>
                  <a:pt x="17288502" y="32254"/>
                </a:lnTo>
                <a:lnTo>
                  <a:pt x="17247041" y="14732"/>
                </a:lnTo>
                <a:lnTo>
                  <a:pt x="17202578" y="3782"/>
                </a:lnTo>
                <a:lnTo>
                  <a:pt x="17155708" y="0"/>
                </a:lnTo>
                <a:close/>
              </a:path>
            </a:pathLst>
          </a:custGeom>
          <a:solidFill>
            <a:srgbClr val="DCE8FF">
              <a:alpha val="50000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E20BD89-16DE-0276-2FA2-DE96E456D678}"/>
              </a:ext>
            </a:extLst>
          </p:cNvPr>
          <p:cNvSpPr txBox="1"/>
          <p:nvPr/>
        </p:nvSpPr>
        <p:spPr>
          <a:xfrm>
            <a:off x="666733" y="379667"/>
            <a:ext cx="1337995" cy="47891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lang="tr-TR" sz="2392" b="1" dirty="0">
                <a:solidFill>
                  <a:schemeClr val="tx2">
                    <a:lumMod val="50000"/>
                  </a:schemeClr>
                </a:solidFill>
              </a:rPr>
              <a:t>Özellikler</a:t>
            </a:r>
            <a:endParaRPr sz="2392" b="1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4" name="object 7">
            <a:extLst>
              <a:ext uri="{FF2B5EF4-FFF2-40B4-BE49-F238E27FC236}">
                <a16:creationId xmlns:a16="http://schemas.microsoft.com/office/drawing/2014/main" id="{F02CDDED-956B-0D32-D61F-884F45F1C5B6}"/>
              </a:ext>
            </a:extLst>
          </p:cNvPr>
          <p:cNvSpPr>
            <a:spLocks noChangeAspect="1"/>
          </p:cNvSpPr>
          <p:nvPr/>
        </p:nvSpPr>
        <p:spPr>
          <a:xfrm>
            <a:off x="11014675" y="6418761"/>
            <a:ext cx="680836" cy="121376"/>
          </a:xfrm>
          <a:custGeom>
            <a:avLst/>
            <a:gdLst/>
            <a:ahLst/>
            <a:cxnLst/>
            <a:rect l="l" t="t" r="r" b="b"/>
            <a:pathLst>
              <a:path w="1969770" h="351154">
                <a:moveTo>
                  <a:pt x="235800" y="57454"/>
                </a:moveTo>
                <a:lnTo>
                  <a:pt x="0" y="57454"/>
                </a:lnTo>
                <a:lnTo>
                  <a:pt x="0" y="293255"/>
                </a:lnTo>
                <a:lnTo>
                  <a:pt x="235800" y="293255"/>
                </a:lnTo>
                <a:lnTo>
                  <a:pt x="235800" y="57454"/>
                </a:lnTo>
                <a:close/>
              </a:path>
              <a:path w="1969770" h="351154">
                <a:moveTo>
                  <a:pt x="612825" y="167817"/>
                </a:moveTo>
                <a:lnTo>
                  <a:pt x="609282" y="126669"/>
                </a:lnTo>
                <a:lnTo>
                  <a:pt x="598157" y="87655"/>
                </a:lnTo>
                <a:lnTo>
                  <a:pt x="578739" y="53174"/>
                </a:lnTo>
                <a:lnTo>
                  <a:pt x="550316" y="25603"/>
                </a:lnTo>
                <a:lnTo>
                  <a:pt x="516242" y="9283"/>
                </a:lnTo>
                <a:lnTo>
                  <a:pt x="516242" y="137693"/>
                </a:lnTo>
                <a:lnTo>
                  <a:pt x="392950" y="137693"/>
                </a:lnTo>
                <a:lnTo>
                  <a:pt x="397992" y="115531"/>
                </a:lnTo>
                <a:lnTo>
                  <a:pt x="409727" y="93510"/>
                </a:lnTo>
                <a:lnTo>
                  <a:pt x="429158" y="76619"/>
                </a:lnTo>
                <a:lnTo>
                  <a:pt x="457327" y="69875"/>
                </a:lnTo>
                <a:lnTo>
                  <a:pt x="486765" y="76911"/>
                </a:lnTo>
                <a:lnTo>
                  <a:pt x="504761" y="94272"/>
                </a:lnTo>
                <a:lnTo>
                  <a:pt x="513778" y="116395"/>
                </a:lnTo>
                <a:lnTo>
                  <a:pt x="516128" y="136740"/>
                </a:lnTo>
                <a:lnTo>
                  <a:pt x="516242" y="137693"/>
                </a:lnTo>
                <a:lnTo>
                  <a:pt x="516242" y="9283"/>
                </a:lnTo>
                <a:lnTo>
                  <a:pt x="512140" y="7315"/>
                </a:lnTo>
                <a:lnTo>
                  <a:pt x="463499" y="698"/>
                </a:lnTo>
                <a:lnTo>
                  <a:pt x="410540" y="8039"/>
                </a:lnTo>
                <a:lnTo>
                  <a:pt x="367880" y="28168"/>
                </a:lnTo>
                <a:lnTo>
                  <a:pt x="335241" y="58229"/>
                </a:lnTo>
                <a:lnTo>
                  <a:pt x="312293" y="95377"/>
                </a:lnTo>
                <a:lnTo>
                  <a:pt x="298754" y="136740"/>
                </a:lnTo>
                <a:lnTo>
                  <a:pt x="294309" y="179476"/>
                </a:lnTo>
                <a:lnTo>
                  <a:pt x="299656" y="228498"/>
                </a:lnTo>
                <a:lnTo>
                  <a:pt x="315391" y="270268"/>
                </a:lnTo>
                <a:lnTo>
                  <a:pt x="341058" y="304050"/>
                </a:lnTo>
                <a:lnTo>
                  <a:pt x="376212" y="329095"/>
                </a:lnTo>
                <a:lnTo>
                  <a:pt x="420370" y="344665"/>
                </a:lnTo>
                <a:lnTo>
                  <a:pt x="473087" y="350024"/>
                </a:lnTo>
                <a:lnTo>
                  <a:pt x="506285" y="348729"/>
                </a:lnTo>
                <a:lnTo>
                  <a:pt x="537819" y="344805"/>
                </a:lnTo>
                <a:lnTo>
                  <a:pt x="567296" y="338175"/>
                </a:lnTo>
                <a:lnTo>
                  <a:pt x="594334" y="328790"/>
                </a:lnTo>
                <a:lnTo>
                  <a:pt x="583425" y="272630"/>
                </a:lnTo>
                <a:lnTo>
                  <a:pt x="580631" y="258254"/>
                </a:lnTo>
                <a:lnTo>
                  <a:pt x="559333" y="264541"/>
                </a:lnTo>
                <a:lnTo>
                  <a:pt x="537210" y="269024"/>
                </a:lnTo>
                <a:lnTo>
                  <a:pt x="513676" y="271729"/>
                </a:lnTo>
                <a:lnTo>
                  <a:pt x="488149" y="272630"/>
                </a:lnTo>
                <a:lnTo>
                  <a:pt x="453250" y="268744"/>
                </a:lnTo>
                <a:lnTo>
                  <a:pt x="423684" y="256959"/>
                </a:lnTo>
                <a:lnTo>
                  <a:pt x="402717" y="237083"/>
                </a:lnTo>
                <a:lnTo>
                  <a:pt x="393636" y="208915"/>
                </a:lnTo>
                <a:lnTo>
                  <a:pt x="609396" y="208915"/>
                </a:lnTo>
                <a:lnTo>
                  <a:pt x="610501" y="201828"/>
                </a:lnTo>
                <a:lnTo>
                  <a:pt x="611619" y="192227"/>
                </a:lnTo>
                <a:lnTo>
                  <a:pt x="612482" y="180695"/>
                </a:lnTo>
                <a:lnTo>
                  <a:pt x="612825" y="167817"/>
                </a:lnTo>
                <a:close/>
              </a:path>
              <a:path w="1969770" h="351154">
                <a:moveTo>
                  <a:pt x="960602" y="148628"/>
                </a:moveTo>
                <a:lnTo>
                  <a:pt x="954709" y="95719"/>
                </a:lnTo>
                <a:lnTo>
                  <a:pt x="938136" y="55156"/>
                </a:lnTo>
                <a:lnTo>
                  <a:pt x="912520" y="26581"/>
                </a:lnTo>
                <a:lnTo>
                  <a:pt x="840740" y="4114"/>
                </a:lnTo>
                <a:lnTo>
                  <a:pt x="802805" y="9486"/>
                </a:lnTo>
                <a:lnTo>
                  <a:pt x="773099" y="22948"/>
                </a:lnTo>
                <a:lnTo>
                  <a:pt x="751344" y="40513"/>
                </a:lnTo>
                <a:lnTo>
                  <a:pt x="737298" y="58216"/>
                </a:lnTo>
                <a:lnTo>
                  <a:pt x="735266" y="58216"/>
                </a:lnTo>
                <a:lnTo>
                  <a:pt x="730465" y="11645"/>
                </a:lnTo>
                <a:lnTo>
                  <a:pt x="640054" y="11645"/>
                </a:lnTo>
                <a:lnTo>
                  <a:pt x="641934" y="60706"/>
                </a:lnTo>
                <a:lnTo>
                  <a:pt x="642556" y="88404"/>
                </a:lnTo>
                <a:lnTo>
                  <a:pt x="642797" y="118491"/>
                </a:lnTo>
                <a:lnTo>
                  <a:pt x="642797" y="346595"/>
                </a:lnTo>
                <a:lnTo>
                  <a:pt x="746899" y="346595"/>
                </a:lnTo>
                <a:lnTo>
                  <a:pt x="746899" y="153441"/>
                </a:lnTo>
                <a:lnTo>
                  <a:pt x="747039" y="146291"/>
                </a:lnTo>
                <a:lnTo>
                  <a:pt x="769073" y="100685"/>
                </a:lnTo>
                <a:lnTo>
                  <a:pt x="803757" y="88366"/>
                </a:lnTo>
                <a:lnTo>
                  <a:pt x="827887" y="93637"/>
                </a:lnTo>
                <a:lnTo>
                  <a:pt x="844245" y="108483"/>
                </a:lnTo>
                <a:lnTo>
                  <a:pt x="853541" y="131419"/>
                </a:lnTo>
                <a:lnTo>
                  <a:pt x="856488" y="160972"/>
                </a:lnTo>
                <a:lnTo>
                  <a:pt x="856488" y="346595"/>
                </a:lnTo>
                <a:lnTo>
                  <a:pt x="960602" y="346595"/>
                </a:lnTo>
                <a:lnTo>
                  <a:pt x="960602" y="148628"/>
                </a:lnTo>
                <a:close/>
              </a:path>
              <a:path w="1969770" h="351154">
                <a:moveTo>
                  <a:pt x="1337843" y="171919"/>
                </a:moveTo>
                <a:lnTo>
                  <a:pt x="1332293" y="123990"/>
                </a:lnTo>
                <a:lnTo>
                  <a:pt x="1316304" y="82296"/>
                </a:lnTo>
                <a:lnTo>
                  <a:pt x="1310640" y="74663"/>
                </a:lnTo>
                <a:lnTo>
                  <a:pt x="1290840" y="47955"/>
                </a:lnTo>
                <a:lnTo>
                  <a:pt x="1256868" y="22047"/>
                </a:lnTo>
                <a:lnTo>
                  <a:pt x="1230312" y="11595"/>
                </a:lnTo>
                <a:lnTo>
                  <a:pt x="1230312" y="174663"/>
                </a:lnTo>
                <a:lnTo>
                  <a:pt x="1225804" y="215353"/>
                </a:lnTo>
                <a:lnTo>
                  <a:pt x="1225702" y="216217"/>
                </a:lnTo>
                <a:lnTo>
                  <a:pt x="1212507" y="248208"/>
                </a:lnTo>
                <a:lnTo>
                  <a:pt x="1191590" y="268770"/>
                </a:lnTo>
                <a:lnTo>
                  <a:pt x="1163866" y="276034"/>
                </a:lnTo>
                <a:lnTo>
                  <a:pt x="1134376" y="268401"/>
                </a:lnTo>
                <a:lnTo>
                  <a:pt x="1112926" y="247269"/>
                </a:lnTo>
                <a:lnTo>
                  <a:pt x="1099820" y="215353"/>
                </a:lnTo>
                <a:lnTo>
                  <a:pt x="1095375" y="175348"/>
                </a:lnTo>
                <a:lnTo>
                  <a:pt x="1099146" y="138811"/>
                </a:lnTo>
                <a:lnTo>
                  <a:pt x="1111135" y="106502"/>
                </a:lnTo>
                <a:lnTo>
                  <a:pt x="1132306" y="83515"/>
                </a:lnTo>
                <a:lnTo>
                  <a:pt x="1132154" y="83515"/>
                </a:lnTo>
                <a:lnTo>
                  <a:pt x="1163866" y="74663"/>
                </a:lnTo>
                <a:lnTo>
                  <a:pt x="1194752" y="83515"/>
                </a:lnTo>
                <a:lnTo>
                  <a:pt x="1194333" y="83515"/>
                </a:lnTo>
                <a:lnTo>
                  <a:pt x="1214805" y="106159"/>
                </a:lnTo>
                <a:lnTo>
                  <a:pt x="1226578" y="138226"/>
                </a:lnTo>
                <a:lnTo>
                  <a:pt x="1230312" y="174663"/>
                </a:lnTo>
                <a:lnTo>
                  <a:pt x="1230312" y="11595"/>
                </a:lnTo>
                <a:lnTo>
                  <a:pt x="1215364" y="5702"/>
                </a:lnTo>
                <a:lnTo>
                  <a:pt x="1167295" y="0"/>
                </a:lnTo>
                <a:lnTo>
                  <a:pt x="1115822" y="5702"/>
                </a:lnTo>
                <a:lnTo>
                  <a:pt x="1116241" y="5702"/>
                </a:lnTo>
                <a:lnTo>
                  <a:pt x="1072565" y="22047"/>
                </a:lnTo>
                <a:lnTo>
                  <a:pt x="1036980" y="48209"/>
                </a:lnTo>
                <a:lnTo>
                  <a:pt x="1010310" y="83515"/>
                </a:lnTo>
                <a:lnTo>
                  <a:pt x="993609" y="127076"/>
                </a:lnTo>
                <a:lnTo>
                  <a:pt x="987831" y="178079"/>
                </a:lnTo>
                <a:lnTo>
                  <a:pt x="993787" y="227736"/>
                </a:lnTo>
                <a:lnTo>
                  <a:pt x="993863" y="228447"/>
                </a:lnTo>
                <a:lnTo>
                  <a:pt x="1010996" y="270929"/>
                </a:lnTo>
                <a:lnTo>
                  <a:pt x="1037742" y="304977"/>
                </a:lnTo>
                <a:lnTo>
                  <a:pt x="1072667" y="329996"/>
                </a:lnTo>
                <a:lnTo>
                  <a:pt x="1114285" y="345427"/>
                </a:lnTo>
                <a:lnTo>
                  <a:pt x="1161122" y="350697"/>
                </a:lnTo>
                <a:lnTo>
                  <a:pt x="1205369" y="345960"/>
                </a:lnTo>
                <a:lnTo>
                  <a:pt x="1246822" y="331597"/>
                </a:lnTo>
                <a:lnTo>
                  <a:pt x="1283131" y="307289"/>
                </a:lnTo>
                <a:lnTo>
                  <a:pt x="1309230" y="276034"/>
                </a:lnTo>
                <a:lnTo>
                  <a:pt x="1311973" y="272757"/>
                </a:lnTo>
                <a:lnTo>
                  <a:pt x="1330985" y="227736"/>
                </a:lnTo>
                <a:lnTo>
                  <a:pt x="1337843" y="171919"/>
                </a:lnTo>
                <a:close/>
              </a:path>
              <a:path w="1969770" h="351154">
                <a:moveTo>
                  <a:pt x="1636318" y="13716"/>
                </a:moveTo>
                <a:lnTo>
                  <a:pt x="1618513" y="8216"/>
                </a:lnTo>
                <a:lnTo>
                  <a:pt x="1598650" y="4127"/>
                </a:lnTo>
                <a:lnTo>
                  <a:pt x="1577759" y="1574"/>
                </a:lnTo>
                <a:lnTo>
                  <a:pt x="1556867" y="698"/>
                </a:lnTo>
                <a:lnTo>
                  <a:pt x="1499374" y="7086"/>
                </a:lnTo>
                <a:lnTo>
                  <a:pt x="1451737" y="25107"/>
                </a:lnTo>
                <a:lnTo>
                  <a:pt x="1414221" y="53009"/>
                </a:lnTo>
                <a:lnTo>
                  <a:pt x="1387094" y="89077"/>
                </a:lnTo>
                <a:lnTo>
                  <a:pt x="1370622" y="131584"/>
                </a:lnTo>
                <a:lnTo>
                  <a:pt x="1365072" y="178790"/>
                </a:lnTo>
                <a:lnTo>
                  <a:pt x="1370698" y="227850"/>
                </a:lnTo>
                <a:lnTo>
                  <a:pt x="1387017" y="269760"/>
                </a:lnTo>
                <a:lnTo>
                  <a:pt x="1413192" y="303707"/>
                </a:lnTo>
                <a:lnTo>
                  <a:pt x="1448384" y="328917"/>
                </a:lnTo>
                <a:lnTo>
                  <a:pt x="1491767" y="344614"/>
                </a:lnTo>
                <a:lnTo>
                  <a:pt x="1542478" y="350024"/>
                </a:lnTo>
                <a:lnTo>
                  <a:pt x="1571205" y="348818"/>
                </a:lnTo>
                <a:lnTo>
                  <a:pt x="1618869" y="340487"/>
                </a:lnTo>
                <a:lnTo>
                  <a:pt x="1623314" y="257543"/>
                </a:lnTo>
                <a:lnTo>
                  <a:pt x="1610817" y="262153"/>
                </a:lnTo>
                <a:lnTo>
                  <a:pt x="1596847" y="265595"/>
                </a:lnTo>
                <a:lnTo>
                  <a:pt x="1581200" y="267766"/>
                </a:lnTo>
                <a:lnTo>
                  <a:pt x="1563712" y="268516"/>
                </a:lnTo>
                <a:lnTo>
                  <a:pt x="1527987" y="262420"/>
                </a:lnTo>
                <a:lnTo>
                  <a:pt x="1498815" y="244449"/>
                </a:lnTo>
                <a:lnTo>
                  <a:pt x="1479156" y="215061"/>
                </a:lnTo>
                <a:lnTo>
                  <a:pt x="1471942" y="174675"/>
                </a:lnTo>
                <a:lnTo>
                  <a:pt x="1477962" y="136893"/>
                </a:lnTo>
                <a:lnTo>
                  <a:pt x="1495996" y="107213"/>
                </a:lnTo>
                <a:lnTo>
                  <a:pt x="1524431" y="87795"/>
                </a:lnTo>
                <a:lnTo>
                  <a:pt x="1561655" y="80835"/>
                </a:lnTo>
                <a:lnTo>
                  <a:pt x="1580578" y="81673"/>
                </a:lnTo>
                <a:lnTo>
                  <a:pt x="1596415" y="83921"/>
                </a:lnTo>
                <a:lnTo>
                  <a:pt x="1609432" y="87185"/>
                </a:lnTo>
                <a:lnTo>
                  <a:pt x="1619872" y="91097"/>
                </a:lnTo>
                <a:lnTo>
                  <a:pt x="1636318" y="13716"/>
                </a:lnTo>
                <a:close/>
              </a:path>
              <a:path w="1969770" h="351154">
                <a:moveTo>
                  <a:pt x="1969706" y="343166"/>
                </a:moveTo>
                <a:lnTo>
                  <a:pt x="1967141" y="327291"/>
                </a:lnTo>
                <a:lnTo>
                  <a:pt x="1965604" y="309587"/>
                </a:lnTo>
                <a:lnTo>
                  <a:pt x="1965426" y="307632"/>
                </a:lnTo>
                <a:lnTo>
                  <a:pt x="1964550" y="286537"/>
                </a:lnTo>
                <a:lnTo>
                  <a:pt x="1964512" y="285661"/>
                </a:lnTo>
                <a:lnTo>
                  <a:pt x="1964423" y="277406"/>
                </a:lnTo>
                <a:lnTo>
                  <a:pt x="1964296" y="267550"/>
                </a:lnTo>
                <a:lnTo>
                  <a:pt x="1964245" y="184937"/>
                </a:lnTo>
                <a:lnTo>
                  <a:pt x="1964245" y="145211"/>
                </a:lnTo>
                <a:lnTo>
                  <a:pt x="1959711" y="99593"/>
                </a:lnTo>
                <a:lnTo>
                  <a:pt x="1944801" y="59766"/>
                </a:lnTo>
                <a:lnTo>
                  <a:pt x="1917484" y="28232"/>
                </a:lnTo>
                <a:lnTo>
                  <a:pt x="1875777" y="7467"/>
                </a:lnTo>
                <a:lnTo>
                  <a:pt x="1863547" y="5905"/>
                </a:lnTo>
                <a:lnTo>
                  <a:pt x="1863547" y="184937"/>
                </a:lnTo>
                <a:lnTo>
                  <a:pt x="1863547" y="227406"/>
                </a:lnTo>
                <a:lnTo>
                  <a:pt x="1841373" y="266192"/>
                </a:lnTo>
                <a:lnTo>
                  <a:pt x="1807375" y="277406"/>
                </a:lnTo>
                <a:lnTo>
                  <a:pt x="1791131" y="274955"/>
                </a:lnTo>
                <a:lnTo>
                  <a:pt x="1778101" y="267550"/>
                </a:lnTo>
                <a:lnTo>
                  <a:pt x="1769440" y="255155"/>
                </a:lnTo>
                <a:lnTo>
                  <a:pt x="1766290" y="237680"/>
                </a:lnTo>
                <a:lnTo>
                  <a:pt x="1773783" y="212674"/>
                </a:lnTo>
                <a:lnTo>
                  <a:pt x="1794370" y="196405"/>
                </a:lnTo>
                <a:lnTo>
                  <a:pt x="1825244" y="187591"/>
                </a:lnTo>
                <a:lnTo>
                  <a:pt x="1863547" y="184937"/>
                </a:lnTo>
                <a:lnTo>
                  <a:pt x="1863547" y="5905"/>
                </a:lnTo>
                <a:lnTo>
                  <a:pt x="1817674" y="0"/>
                </a:lnTo>
                <a:lnTo>
                  <a:pt x="1774888" y="2882"/>
                </a:lnTo>
                <a:lnTo>
                  <a:pt x="1738464" y="10185"/>
                </a:lnTo>
                <a:lnTo>
                  <a:pt x="1709102" y="19939"/>
                </a:lnTo>
                <a:lnTo>
                  <a:pt x="1687512" y="30149"/>
                </a:lnTo>
                <a:lnTo>
                  <a:pt x="1706702" y="97256"/>
                </a:lnTo>
                <a:lnTo>
                  <a:pt x="1725574" y="87528"/>
                </a:lnTo>
                <a:lnTo>
                  <a:pt x="1748307" y="79451"/>
                </a:lnTo>
                <a:lnTo>
                  <a:pt x="1773351" y="73952"/>
                </a:lnTo>
                <a:lnTo>
                  <a:pt x="1799158" y="71907"/>
                </a:lnTo>
                <a:lnTo>
                  <a:pt x="1830349" y="76161"/>
                </a:lnTo>
                <a:lnTo>
                  <a:pt x="1848904" y="86893"/>
                </a:lnTo>
                <a:lnTo>
                  <a:pt x="1857819" y="101104"/>
                </a:lnTo>
                <a:lnTo>
                  <a:pt x="1860130" y="115760"/>
                </a:lnTo>
                <a:lnTo>
                  <a:pt x="1860130" y="119875"/>
                </a:lnTo>
                <a:lnTo>
                  <a:pt x="1804416" y="123317"/>
                </a:lnTo>
                <a:lnTo>
                  <a:pt x="1756498" y="133743"/>
                </a:lnTo>
                <a:lnTo>
                  <a:pt x="1717395" y="151282"/>
                </a:lnTo>
                <a:lnTo>
                  <a:pt x="1688185" y="176085"/>
                </a:lnTo>
                <a:lnTo>
                  <a:pt x="1669884" y="208254"/>
                </a:lnTo>
                <a:lnTo>
                  <a:pt x="1663547" y="247954"/>
                </a:lnTo>
                <a:lnTo>
                  <a:pt x="1670926" y="286537"/>
                </a:lnTo>
                <a:lnTo>
                  <a:pt x="1692224" y="319354"/>
                </a:lnTo>
                <a:lnTo>
                  <a:pt x="1726247" y="342163"/>
                </a:lnTo>
                <a:lnTo>
                  <a:pt x="1771764" y="350697"/>
                </a:lnTo>
                <a:lnTo>
                  <a:pt x="1800428" y="348030"/>
                </a:lnTo>
                <a:lnTo>
                  <a:pt x="1826387" y="340169"/>
                </a:lnTo>
                <a:lnTo>
                  <a:pt x="1849018" y="327291"/>
                </a:lnTo>
                <a:lnTo>
                  <a:pt x="1867662" y="309587"/>
                </a:lnTo>
                <a:lnTo>
                  <a:pt x="1869706" y="309587"/>
                </a:lnTo>
                <a:lnTo>
                  <a:pt x="1875878" y="343166"/>
                </a:lnTo>
                <a:lnTo>
                  <a:pt x="1969706" y="343166"/>
                </a:lnTo>
                <a:close/>
              </a:path>
            </a:pathLst>
          </a:custGeom>
          <a:solidFill>
            <a:srgbClr val="0000FC"/>
          </a:solidFill>
        </p:spPr>
        <p:txBody>
          <a:bodyPr wrap="square" lIns="0" tIns="0" rIns="0" bIns="0" rtlCol="0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sz="1092" dirty="0"/>
          </a:p>
        </p:txBody>
      </p:sp>
      <p:sp>
        <p:nvSpPr>
          <p:cNvPr id="8" name="TextBox 6">
            <a:extLst>
              <a:ext uri="{FF2B5EF4-FFF2-40B4-BE49-F238E27FC236}">
                <a16:creationId xmlns:a16="http://schemas.microsoft.com/office/drawing/2014/main" id="{0AA14D42-15E3-164F-BB89-D0F55D1547BD}"/>
              </a:ext>
            </a:extLst>
          </p:cNvPr>
          <p:cNvSpPr txBox="1"/>
          <p:nvPr/>
        </p:nvSpPr>
        <p:spPr>
          <a:xfrm>
            <a:off x="5004227" y="248634"/>
            <a:ext cx="2183546" cy="341632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>
              <a:lnSpc>
                <a:spcPts val="1820"/>
              </a:lnSpc>
              <a:spcBef>
                <a:spcPts val="0"/>
              </a:spcBef>
              <a:spcAft>
                <a:spcPts val="780"/>
              </a:spcAft>
            </a:pPr>
            <a:r>
              <a:rPr lang="tr-TR" sz="1600" b="1" dirty="0">
                <a:solidFill>
                  <a:srgbClr val="2D3748"/>
                </a:solidFill>
                <a:latin typeface="Montserrat"/>
              </a:rPr>
              <a:t>Akıllı Öneri Motoru</a:t>
            </a:r>
          </a:p>
        </p:txBody>
      </p:sp>
      <p:sp>
        <p:nvSpPr>
          <p:cNvPr id="15" name="TextBox 7">
            <a:extLst>
              <a:ext uri="{FF2B5EF4-FFF2-40B4-BE49-F238E27FC236}">
                <a16:creationId xmlns:a16="http://schemas.microsoft.com/office/drawing/2014/main" id="{985AE59A-F17A-1BB9-FE4C-049B9C44144C}"/>
              </a:ext>
            </a:extLst>
          </p:cNvPr>
          <p:cNvSpPr txBox="1"/>
          <p:nvPr/>
        </p:nvSpPr>
        <p:spPr>
          <a:xfrm>
            <a:off x="4549372" y="636945"/>
            <a:ext cx="3047923" cy="327013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lang="tr-TR" sz="1200" dirty="0">
                <a:solidFill>
                  <a:srgbClr val="4A5568"/>
                </a:solidFill>
                <a:latin typeface="Poppins"/>
              </a:rPr>
              <a:t>Kişiselleştirilmiş ürün önerileri</a:t>
            </a:r>
          </a:p>
        </p:txBody>
      </p:sp>
      <p:sp>
        <p:nvSpPr>
          <p:cNvPr id="16" name="TextBox 10">
            <a:extLst>
              <a:ext uri="{FF2B5EF4-FFF2-40B4-BE49-F238E27FC236}">
                <a16:creationId xmlns:a16="http://schemas.microsoft.com/office/drawing/2014/main" id="{C34262D9-4509-3EB1-D98E-304880D7A505}"/>
              </a:ext>
            </a:extLst>
          </p:cNvPr>
          <p:cNvSpPr txBox="1"/>
          <p:nvPr/>
        </p:nvSpPr>
        <p:spPr>
          <a:xfrm>
            <a:off x="1350033" y="1674685"/>
            <a:ext cx="2656433" cy="341632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>
              <a:lnSpc>
                <a:spcPts val="1820"/>
              </a:lnSpc>
              <a:spcBef>
                <a:spcPts val="0"/>
              </a:spcBef>
              <a:spcAft>
                <a:spcPts val="780"/>
              </a:spcAft>
            </a:pPr>
            <a:r>
              <a:rPr lang="tr-TR" sz="1600" b="1" dirty="0">
                <a:solidFill>
                  <a:srgbClr val="2D3748"/>
                </a:solidFill>
                <a:latin typeface="Montserrat"/>
              </a:rPr>
              <a:t>Çoklu Kanal Görünümü</a:t>
            </a:r>
          </a:p>
        </p:txBody>
      </p:sp>
      <p:sp>
        <p:nvSpPr>
          <p:cNvPr id="17" name="TextBox 11">
            <a:extLst>
              <a:ext uri="{FF2B5EF4-FFF2-40B4-BE49-F238E27FC236}">
                <a16:creationId xmlns:a16="http://schemas.microsoft.com/office/drawing/2014/main" id="{36FA4B40-0CA6-A063-09A6-01FCCF33F5DB}"/>
              </a:ext>
            </a:extLst>
          </p:cNvPr>
          <p:cNvSpPr txBox="1"/>
          <p:nvPr/>
        </p:nvSpPr>
        <p:spPr>
          <a:xfrm>
            <a:off x="1267462" y="2062996"/>
            <a:ext cx="2571473" cy="327013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lang="tr-TR" sz="1200" dirty="0">
                <a:solidFill>
                  <a:srgbClr val="4A5568"/>
                </a:solidFill>
                <a:latin typeface="Poppins"/>
              </a:rPr>
              <a:t>Tüm kanallarda tutarlı deneyim</a:t>
            </a:r>
          </a:p>
        </p:txBody>
      </p:sp>
      <p:sp>
        <p:nvSpPr>
          <p:cNvPr id="18" name="TextBox 14">
            <a:extLst>
              <a:ext uri="{FF2B5EF4-FFF2-40B4-BE49-F238E27FC236}">
                <a16:creationId xmlns:a16="http://schemas.microsoft.com/office/drawing/2014/main" id="{4DCB43FA-222B-AB6F-A859-8954FD9E0911}"/>
              </a:ext>
            </a:extLst>
          </p:cNvPr>
          <p:cNvSpPr txBox="1"/>
          <p:nvPr/>
        </p:nvSpPr>
        <p:spPr>
          <a:xfrm>
            <a:off x="8353842" y="1625698"/>
            <a:ext cx="2640403" cy="341632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>
              <a:lnSpc>
                <a:spcPts val="1820"/>
              </a:lnSpc>
              <a:spcBef>
                <a:spcPts val="0"/>
              </a:spcBef>
              <a:spcAft>
                <a:spcPts val="780"/>
              </a:spcAft>
            </a:pPr>
            <a:r>
              <a:rPr lang="tr-TR" sz="1600" b="1" dirty="0">
                <a:solidFill>
                  <a:srgbClr val="2D3748"/>
                </a:solidFill>
                <a:latin typeface="Montserrat"/>
              </a:rPr>
              <a:t>Dinamik Stok Yönetimi</a:t>
            </a:r>
          </a:p>
        </p:txBody>
      </p:sp>
      <p:sp>
        <p:nvSpPr>
          <p:cNvPr id="19" name="TextBox 15">
            <a:extLst>
              <a:ext uri="{FF2B5EF4-FFF2-40B4-BE49-F238E27FC236}">
                <a16:creationId xmlns:a16="http://schemas.microsoft.com/office/drawing/2014/main" id="{CB66E588-BF78-7076-65DD-9CFCEF4582E6}"/>
              </a:ext>
            </a:extLst>
          </p:cNvPr>
          <p:cNvSpPr txBox="1"/>
          <p:nvPr/>
        </p:nvSpPr>
        <p:spPr>
          <a:xfrm>
            <a:off x="8206501" y="2016317"/>
            <a:ext cx="3047923" cy="322396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 err="1">
                <a:solidFill>
                  <a:srgbClr val="4A5568"/>
                </a:solidFill>
                <a:latin typeface="Roboto"/>
              </a:rPr>
              <a:t>Veriye</a:t>
            </a:r>
            <a:r>
              <a:rPr sz="1200" dirty="0">
                <a:solidFill>
                  <a:srgbClr val="4A5568"/>
                </a:solidFill>
                <a:latin typeface="Roboto"/>
              </a:rPr>
              <a:t> </a:t>
            </a:r>
            <a:r>
              <a:rPr sz="1200" dirty="0" err="1">
                <a:solidFill>
                  <a:srgbClr val="4A5568"/>
                </a:solidFill>
                <a:latin typeface="Roboto"/>
              </a:rPr>
              <a:t>dayalı</a:t>
            </a:r>
            <a:r>
              <a:rPr sz="1200" dirty="0">
                <a:solidFill>
                  <a:srgbClr val="4A5568"/>
                </a:solidFill>
                <a:latin typeface="Roboto"/>
              </a:rPr>
              <a:t> </a:t>
            </a:r>
            <a:r>
              <a:rPr sz="1200" dirty="0" err="1">
                <a:solidFill>
                  <a:srgbClr val="4A5568"/>
                </a:solidFill>
                <a:latin typeface="Roboto"/>
              </a:rPr>
              <a:t>kararlar</a:t>
            </a:r>
            <a:r>
              <a:rPr sz="1200" dirty="0">
                <a:solidFill>
                  <a:srgbClr val="4A5568"/>
                </a:solidFill>
                <a:latin typeface="Roboto"/>
              </a:rPr>
              <a:t> </a:t>
            </a:r>
            <a:r>
              <a:rPr sz="1200" dirty="0" err="1">
                <a:solidFill>
                  <a:srgbClr val="4A5568"/>
                </a:solidFill>
                <a:latin typeface="Roboto"/>
              </a:rPr>
              <a:t>ile</a:t>
            </a:r>
            <a:r>
              <a:rPr sz="1200" dirty="0">
                <a:solidFill>
                  <a:srgbClr val="4A5568"/>
                </a:solidFill>
                <a:latin typeface="Roboto"/>
              </a:rPr>
              <a:t> </a:t>
            </a:r>
            <a:r>
              <a:rPr sz="1200" dirty="0" err="1">
                <a:solidFill>
                  <a:srgbClr val="4A5568"/>
                </a:solidFill>
                <a:latin typeface="Roboto"/>
              </a:rPr>
              <a:t>maksimum</a:t>
            </a:r>
            <a:r>
              <a:rPr sz="1200" dirty="0">
                <a:solidFill>
                  <a:srgbClr val="4A5568"/>
                </a:solidFill>
                <a:latin typeface="Roboto"/>
              </a:rPr>
              <a:t> </a:t>
            </a:r>
            <a:r>
              <a:rPr sz="1200" dirty="0" err="1">
                <a:solidFill>
                  <a:srgbClr val="4A5568"/>
                </a:solidFill>
                <a:latin typeface="Roboto"/>
              </a:rPr>
              <a:t>kâr</a:t>
            </a:r>
            <a:endParaRPr sz="1200" dirty="0">
              <a:solidFill>
                <a:srgbClr val="4A5568"/>
              </a:solidFill>
              <a:latin typeface="Roboto"/>
            </a:endParaRPr>
          </a:p>
        </p:txBody>
      </p:sp>
      <p:sp>
        <p:nvSpPr>
          <p:cNvPr id="23" name="TextBox 18">
            <a:extLst>
              <a:ext uri="{FF2B5EF4-FFF2-40B4-BE49-F238E27FC236}">
                <a16:creationId xmlns:a16="http://schemas.microsoft.com/office/drawing/2014/main" id="{84C3FF04-BB12-836F-0828-1ED63D4A2772}"/>
              </a:ext>
            </a:extLst>
          </p:cNvPr>
          <p:cNvSpPr txBox="1"/>
          <p:nvPr/>
        </p:nvSpPr>
        <p:spPr>
          <a:xfrm>
            <a:off x="666733" y="3269712"/>
            <a:ext cx="2557047" cy="341632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>
              <a:lnSpc>
                <a:spcPts val="1820"/>
              </a:lnSpc>
              <a:spcBef>
                <a:spcPts val="0"/>
              </a:spcBef>
              <a:spcAft>
                <a:spcPts val="780"/>
              </a:spcAft>
            </a:pPr>
            <a:r>
              <a:rPr lang="tr-TR" sz="1600" b="1" dirty="0">
                <a:solidFill>
                  <a:srgbClr val="2D3748"/>
                </a:solidFill>
                <a:latin typeface="Montserrat"/>
              </a:rPr>
              <a:t>İlgili Hedef Hedefleme</a:t>
            </a:r>
          </a:p>
        </p:txBody>
      </p:sp>
      <p:sp>
        <p:nvSpPr>
          <p:cNvPr id="25" name="TextBox 19">
            <a:extLst>
              <a:ext uri="{FF2B5EF4-FFF2-40B4-BE49-F238E27FC236}">
                <a16:creationId xmlns:a16="http://schemas.microsoft.com/office/drawing/2014/main" id="{38886A1B-0AFA-C5E3-1353-59DCF09AD4F4}"/>
              </a:ext>
            </a:extLst>
          </p:cNvPr>
          <p:cNvSpPr txBox="1"/>
          <p:nvPr/>
        </p:nvSpPr>
        <p:spPr>
          <a:xfrm>
            <a:off x="502424" y="3639061"/>
            <a:ext cx="2885663" cy="557845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ts val="1820"/>
              </a:lnSpc>
            </a:pPr>
            <a:r>
              <a:rPr lang="tr-TR" sz="1200" dirty="0">
                <a:solidFill>
                  <a:srgbClr val="4A5568"/>
                </a:solidFill>
                <a:latin typeface="Poppins"/>
              </a:rPr>
              <a:t>Doğru ürünlerin doğru müşterilere gösterimi</a:t>
            </a:r>
          </a:p>
        </p:txBody>
      </p:sp>
      <p:sp>
        <p:nvSpPr>
          <p:cNvPr id="26" name="TextBox 22">
            <a:extLst>
              <a:ext uri="{FF2B5EF4-FFF2-40B4-BE49-F238E27FC236}">
                <a16:creationId xmlns:a16="http://schemas.microsoft.com/office/drawing/2014/main" id="{35F59874-73B2-AA31-5B7C-2A8175B0FF40}"/>
              </a:ext>
            </a:extLst>
          </p:cNvPr>
          <p:cNvSpPr txBox="1"/>
          <p:nvPr/>
        </p:nvSpPr>
        <p:spPr>
          <a:xfrm>
            <a:off x="8718810" y="3274792"/>
            <a:ext cx="2443233" cy="341632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>
              <a:lnSpc>
                <a:spcPts val="1820"/>
              </a:lnSpc>
              <a:spcBef>
                <a:spcPts val="0"/>
              </a:spcBef>
              <a:spcAft>
                <a:spcPts val="780"/>
              </a:spcAft>
            </a:pPr>
            <a:r>
              <a:rPr lang="tr-TR" sz="1600" b="1" dirty="0">
                <a:solidFill>
                  <a:srgbClr val="2D3748"/>
                </a:solidFill>
                <a:latin typeface="Montserrat"/>
              </a:rPr>
              <a:t>API Öncelikli Tasarım</a:t>
            </a:r>
          </a:p>
        </p:txBody>
      </p:sp>
      <p:sp>
        <p:nvSpPr>
          <p:cNvPr id="27" name="TextBox 23">
            <a:extLst>
              <a:ext uri="{FF2B5EF4-FFF2-40B4-BE49-F238E27FC236}">
                <a16:creationId xmlns:a16="http://schemas.microsoft.com/office/drawing/2014/main" id="{BC8485C4-2858-35A6-BEF2-E1D97AC9C58B}"/>
              </a:ext>
            </a:extLst>
          </p:cNvPr>
          <p:cNvSpPr txBox="1"/>
          <p:nvPr/>
        </p:nvSpPr>
        <p:spPr>
          <a:xfrm>
            <a:off x="9148414" y="3663103"/>
            <a:ext cx="1584023" cy="327013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>
              <a:lnSpc>
                <a:spcPts val="1820"/>
              </a:lnSpc>
            </a:pPr>
            <a:r>
              <a:rPr lang="tr-TR" sz="1200" dirty="0">
                <a:solidFill>
                  <a:srgbClr val="4A5568"/>
                </a:solidFill>
                <a:latin typeface="Poppins"/>
              </a:rPr>
              <a:t>Kolay entegrasyon</a:t>
            </a:r>
          </a:p>
        </p:txBody>
      </p:sp>
      <p:sp>
        <p:nvSpPr>
          <p:cNvPr id="2" name="TextBox 18">
            <a:extLst>
              <a:ext uri="{FF2B5EF4-FFF2-40B4-BE49-F238E27FC236}">
                <a16:creationId xmlns:a16="http://schemas.microsoft.com/office/drawing/2014/main" id="{7847A5C4-530D-FA6F-3131-32A45DB1945A}"/>
              </a:ext>
            </a:extLst>
          </p:cNvPr>
          <p:cNvSpPr txBox="1"/>
          <p:nvPr/>
        </p:nvSpPr>
        <p:spPr>
          <a:xfrm>
            <a:off x="1297474" y="5259235"/>
            <a:ext cx="2813527" cy="341632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>
              <a:lnSpc>
                <a:spcPts val="1820"/>
              </a:lnSpc>
              <a:spcBef>
                <a:spcPts val="0"/>
              </a:spcBef>
              <a:spcAft>
                <a:spcPts val="780"/>
              </a:spcAft>
            </a:pPr>
            <a:r>
              <a:rPr lang="tr-TR" sz="1600" b="1" dirty="0">
                <a:solidFill>
                  <a:srgbClr val="2D3748"/>
                </a:solidFill>
                <a:latin typeface="Montserrat"/>
              </a:rPr>
              <a:t>Müşteri Davranışı Analizi</a:t>
            </a:r>
          </a:p>
        </p:txBody>
      </p:sp>
      <p:sp>
        <p:nvSpPr>
          <p:cNvPr id="5" name="TextBox 19">
            <a:extLst>
              <a:ext uri="{FF2B5EF4-FFF2-40B4-BE49-F238E27FC236}">
                <a16:creationId xmlns:a16="http://schemas.microsoft.com/office/drawing/2014/main" id="{E395529A-0BF4-1AF1-7C12-9B02635CA7EC}"/>
              </a:ext>
            </a:extLst>
          </p:cNvPr>
          <p:cNvSpPr txBox="1"/>
          <p:nvPr/>
        </p:nvSpPr>
        <p:spPr>
          <a:xfrm>
            <a:off x="1141181" y="5647546"/>
            <a:ext cx="3126112" cy="327013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>
              <a:lnSpc>
                <a:spcPts val="1820"/>
              </a:lnSpc>
            </a:pPr>
            <a:r>
              <a:rPr lang="tr-TR" sz="1200" dirty="0">
                <a:solidFill>
                  <a:srgbClr val="4A5568"/>
                </a:solidFill>
                <a:latin typeface="Poppins"/>
              </a:rPr>
              <a:t>Kullanıcı davranışlarını anlamlandırma</a:t>
            </a:r>
          </a:p>
        </p:txBody>
      </p:sp>
      <p:sp>
        <p:nvSpPr>
          <p:cNvPr id="6" name="TextBox 18">
            <a:extLst>
              <a:ext uri="{FF2B5EF4-FFF2-40B4-BE49-F238E27FC236}">
                <a16:creationId xmlns:a16="http://schemas.microsoft.com/office/drawing/2014/main" id="{094BB2F1-BC63-95B1-7F18-E818B08CFBD2}"/>
              </a:ext>
            </a:extLst>
          </p:cNvPr>
          <p:cNvSpPr txBox="1"/>
          <p:nvPr/>
        </p:nvSpPr>
        <p:spPr>
          <a:xfrm>
            <a:off x="7800496" y="5316370"/>
            <a:ext cx="2557047" cy="341632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>
              <a:lnSpc>
                <a:spcPts val="1820"/>
              </a:lnSpc>
              <a:spcBef>
                <a:spcPts val="0"/>
              </a:spcBef>
              <a:spcAft>
                <a:spcPts val="780"/>
              </a:spcAft>
            </a:pPr>
            <a:r>
              <a:rPr lang="tr-TR" sz="1600" b="1" dirty="0">
                <a:solidFill>
                  <a:srgbClr val="2D3748"/>
                </a:solidFill>
                <a:latin typeface="Montserrat"/>
              </a:rPr>
              <a:t>Geçmiş Sipariş Analizi</a:t>
            </a:r>
          </a:p>
        </p:txBody>
      </p:sp>
      <p:sp>
        <p:nvSpPr>
          <p:cNvPr id="7" name="TextBox 19">
            <a:extLst>
              <a:ext uri="{FF2B5EF4-FFF2-40B4-BE49-F238E27FC236}">
                <a16:creationId xmlns:a16="http://schemas.microsoft.com/office/drawing/2014/main" id="{9AF5765E-F98A-D31E-6D13-A4E6D0C90756}"/>
              </a:ext>
            </a:extLst>
          </p:cNvPr>
          <p:cNvSpPr txBox="1"/>
          <p:nvPr/>
        </p:nvSpPr>
        <p:spPr>
          <a:xfrm>
            <a:off x="7730767" y="5704681"/>
            <a:ext cx="2696507" cy="327013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>
              <a:lnSpc>
                <a:spcPts val="1820"/>
              </a:lnSpc>
            </a:pPr>
            <a:r>
              <a:rPr lang="tr-TR" sz="1200" dirty="0">
                <a:solidFill>
                  <a:srgbClr val="4A5568"/>
                </a:solidFill>
                <a:latin typeface="Poppins"/>
              </a:rPr>
              <a:t>Sipariş geçmişini anlamlandırma</a:t>
            </a:r>
          </a:p>
        </p:txBody>
      </p:sp>
      <p:pic>
        <p:nvPicPr>
          <p:cNvPr id="10" name="Picture 5" descr="image.png">
            <a:extLst>
              <a:ext uri="{FF2B5EF4-FFF2-40B4-BE49-F238E27FC236}">
                <a16:creationId xmlns:a16="http://schemas.microsoft.com/office/drawing/2014/main" id="{FD6C5EC4-1585-0D1E-3F9C-7293C3D5A23C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/>
            <a:biLevel thresh="25000"/>
          </a:blip>
          <a:stretch>
            <a:fillRect/>
          </a:stretch>
        </p:blipFill>
        <p:spPr>
          <a:xfrm>
            <a:off x="5832260" y="1394313"/>
            <a:ext cx="527480" cy="402560"/>
          </a:xfrm>
          <a:prstGeom prst="rect">
            <a:avLst/>
          </a:prstGeom>
        </p:spPr>
      </p:pic>
      <p:pic>
        <p:nvPicPr>
          <p:cNvPr id="11" name="Picture 9" descr="image.png">
            <a:extLst>
              <a:ext uri="{FF2B5EF4-FFF2-40B4-BE49-F238E27FC236}">
                <a16:creationId xmlns:a16="http://schemas.microsoft.com/office/drawing/2014/main" id="{AD942A9A-BD18-C42E-8ED0-531BED0C464E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/>
            <a:biLevel thresh="25000"/>
          </a:blip>
          <a:stretch>
            <a:fillRect/>
          </a:stretch>
        </p:blipFill>
        <p:spPr>
          <a:xfrm>
            <a:off x="4153581" y="2414598"/>
            <a:ext cx="457188" cy="318836"/>
          </a:xfrm>
          <a:prstGeom prst="rect">
            <a:avLst/>
          </a:prstGeom>
        </p:spPr>
      </p:pic>
      <p:pic>
        <p:nvPicPr>
          <p:cNvPr id="12" name="Picture 13" descr="image.png">
            <a:extLst>
              <a:ext uri="{FF2B5EF4-FFF2-40B4-BE49-F238E27FC236}">
                <a16:creationId xmlns:a16="http://schemas.microsoft.com/office/drawing/2014/main" id="{5D986109-71BF-4DB2-89F0-5762F8CDCE5A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/>
            <a:biLevel thresh="25000"/>
          </a:blip>
          <a:stretch>
            <a:fillRect/>
          </a:stretch>
        </p:blipFill>
        <p:spPr>
          <a:xfrm>
            <a:off x="7654567" y="2414598"/>
            <a:ext cx="457188" cy="385010"/>
          </a:xfrm>
          <a:prstGeom prst="rect">
            <a:avLst/>
          </a:prstGeom>
        </p:spPr>
      </p:pic>
      <p:pic>
        <p:nvPicPr>
          <p:cNvPr id="13" name="Picture 16" descr="image.png">
            <a:extLst>
              <a:ext uri="{FF2B5EF4-FFF2-40B4-BE49-F238E27FC236}">
                <a16:creationId xmlns:a16="http://schemas.microsoft.com/office/drawing/2014/main" id="{EA1BCCF8-368B-5E6C-2792-42402A2CD46C}"/>
              </a:ext>
            </a:extLst>
          </p:cNvPr>
          <p:cNvPicPr>
            <a:picLocks noChangeAspect="1"/>
          </p:cNvPicPr>
          <p:nvPr/>
        </p:nvPicPr>
        <p:blipFill>
          <a:blip r:embed="rId7">
            <a:alphaModFix/>
            <a:biLevel thresh="25000"/>
          </a:blip>
          <a:stretch>
            <a:fillRect/>
          </a:stretch>
        </p:blipFill>
        <p:spPr>
          <a:xfrm>
            <a:off x="3705827" y="3813880"/>
            <a:ext cx="509327" cy="433320"/>
          </a:xfrm>
          <a:prstGeom prst="rect">
            <a:avLst/>
          </a:prstGeom>
        </p:spPr>
      </p:pic>
      <p:pic>
        <p:nvPicPr>
          <p:cNvPr id="14" name="Picture 21" descr="image.png">
            <a:extLst>
              <a:ext uri="{FF2B5EF4-FFF2-40B4-BE49-F238E27FC236}">
                <a16:creationId xmlns:a16="http://schemas.microsoft.com/office/drawing/2014/main" id="{7B58820D-33BA-532B-8663-46FABB42DFF1}"/>
              </a:ext>
            </a:extLst>
          </p:cNvPr>
          <p:cNvPicPr>
            <a:picLocks noChangeAspect="1"/>
          </p:cNvPicPr>
          <p:nvPr/>
        </p:nvPicPr>
        <p:blipFill>
          <a:blip r:embed="rId8">
            <a:alphaModFix/>
            <a:biLevel thresh="25000"/>
          </a:blip>
          <a:stretch>
            <a:fillRect/>
          </a:stretch>
        </p:blipFill>
        <p:spPr>
          <a:xfrm>
            <a:off x="4844361" y="5243682"/>
            <a:ext cx="480246" cy="372738"/>
          </a:xfrm>
          <a:prstGeom prst="rect">
            <a:avLst/>
          </a:prstGeom>
        </p:spPr>
      </p:pic>
      <p:pic>
        <p:nvPicPr>
          <p:cNvPr id="20" name="Picture 25" descr="image.png">
            <a:extLst>
              <a:ext uri="{FF2B5EF4-FFF2-40B4-BE49-F238E27FC236}">
                <a16:creationId xmlns:a16="http://schemas.microsoft.com/office/drawing/2014/main" id="{E50AD211-89CB-F862-C34E-C2211467658E}"/>
              </a:ext>
            </a:extLst>
          </p:cNvPr>
          <p:cNvPicPr>
            <a:picLocks noChangeAspect="1"/>
          </p:cNvPicPr>
          <p:nvPr/>
        </p:nvPicPr>
        <p:blipFill>
          <a:blip r:embed="rId9">
            <a:alphaModFix/>
            <a:biLevel thresh="25000"/>
          </a:blip>
          <a:stretch>
            <a:fillRect/>
          </a:stretch>
        </p:blipFill>
        <p:spPr>
          <a:xfrm>
            <a:off x="8033997" y="3853561"/>
            <a:ext cx="400039" cy="370195"/>
          </a:xfrm>
          <a:prstGeom prst="rect">
            <a:avLst/>
          </a:prstGeom>
        </p:spPr>
      </p:pic>
      <p:pic>
        <p:nvPicPr>
          <p:cNvPr id="21" name="Picture 29" descr="image.png">
            <a:extLst>
              <a:ext uri="{FF2B5EF4-FFF2-40B4-BE49-F238E27FC236}">
                <a16:creationId xmlns:a16="http://schemas.microsoft.com/office/drawing/2014/main" id="{FC5DFBB6-0C79-1AED-FE6B-E28334FB6121}"/>
              </a:ext>
            </a:extLst>
          </p:cNvPr>
          <p:cNvPicPr>
            <a:picLocks noChangeAspect="1"/>
          </p:cNvPicPr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6895925" y="5290381"/>
            <a:ext cx="400039" cy="3104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84356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C69497-DDEE-53F8-19ED-6D15F822E2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object 3">
            <a:extLst>
              <a:ext uri="{FF2B5EF4-FFF2-40B4-BE49-F238E27FC236}">
                <a16:creationId xmlns:a16="http://schemas.microsoft.com/office/drawing/2014/main" id="{EFA282E0-1928-5021-164F-5CDD3FFC6CE9}"/>
              </a:ext>
            </a:extLst>
          </p:cNvPr>
          <p:cNvSpPr>
            <a:spLocks noChangeAspect="1"/>
          </p:cNvSpPr>
          <p:nvPr/>
        </p:nvSpPr>
        <p:spPr>
          <a:xfrm>
            <a:off x="244769" y="-1438805"/>
            <a:ext cx="1314417" cy="3235678"/>
          </a:xfrm>
          <a:custGeom>
            <a:avLst/>
            <a:gdLst/>
            <a:ahLst/>
            <a:cxnLst/>
            <a:rect l="l" t="t" r="r" b="b"/>
            <a:pathLst>
              <a:path w="1755775" h="3842385">
                <a:moveTo>
                  <a:pt x="1755433" y="0"/>
                </a:moveTo>
                <a:lnTo>
                  <a:pt x="0" y="0"/>
                </a:lnTo>
                <a:lnTo>
                  <a:pt x="1" y="2964216"/>
                </a:lnTo>
                <a:lnTo>
                  <a:pt x="1298" y="3012375"/>
                </a:lnTo>
                <a:lnTo>
                  <a:pt x="5150" y="3059855"/>
                </a:lnTo>
                <a:lnTo>
                  <a:pt x="11487" y="3106589"/>
                </a:lnTo>
                <a:lnTo>
                  <a:pt x="20244" y="3152510"/>
                </a:lnTo>
                <a:lnTo>
                  <a:pt x="31353" y="3197552"/>
                </a:lnTo>
                <a:lnTo>
                  <a:pt x="44747" y="3241647"/>
                </a:lnTo>
                <a:lnTo>
                  <a:pt x="60359" y="3284729"/>
                </a:lnTo>
                <a:lnTo>
                  <a:pt x="78122" y="3326730"/>
                </a:lnTo>
                <a:lnTo>
                  <a:pt x="97969" y="3367583"/>
                </a:lnTo>
                <a:lnTo>
                  <a:pt x="119834" y="3407223"/>
                </a:lnTo>
                <a:lnTo>
                  <a:pt x="143650" y="3445581"/>
                </a:lnTo>
                <a:lnTo>
                  <a:pt x="169349" y="3482591"/>
                </a:lnTo>
                <a:lnTo>
                  <a:pt x="196865" y="3518185"/>
                </a:lnTo>
                <a:lnTo>
                  <a:pt x="226130" y="3552298"/>
                </a:lnTo>
                <a:lnTo>
                  <a:pt x="257078" y="3584862"/>
                </a:lnTo>
                <a:lnTo>
                  <a:pt x="289642" y="3615810"/>
                </a:lnTo>
                <a:lnTo>
                  <a:pt x="323755" y="3645075"/>
                </a:lnTo>
                <a:lnTo>
                  <a:pt x="359349" y="3672591"/>
                </a:lnTo>
                <a:lnTo>
                  <a:pt x="396359" y="3698290"/>
                </a:lnTo>
                <a:lnTo>
                  <a:pt x="434717" y="3722105"/>
                </a:lnTo>
                <a:lnTo>
                  <a:pt x="474355" y="3743970"/>
                </a:lnTo>
                <a:lnTo>
                  <a:pt x="515208" y="3763817"/>
                </a:lnTo>
                <a:lnTo>
                  <a:pt x="557209" y="3781580"/>
                </a:lnTo>
                <a:lnTo>
                  <a:pt x="600289" y="3797192"/>
                </a:lnTo>
                <a:lnTo>
                  <a:pt x="644383" y="3810585"/>
                </a:lnTo>
                <a:lnTo>
                  <a:pt x="689424" y="3821694"/>
                </a:lnTo>
                <a:lnTo>
                  <a:pt x="735343" y="3830450"/>
                </a:lnTo>
                <a:lnTo>
                  <a:pt x="782076" y="3836788"/>
                </a:lnTo>
                <a:lnTo>
                  <a:pt x="829554" y="3840639"/>
                </a:lnTo>
                <a:lnTo>
                  <a:pt x="877711" y="3841935"/>
                </a:lnTo>
                <a:lnTo>
                  <a:pt x="925869" y="3840639"/>
                </a:lnTo>
                <a:lnTo>
                  <a:pt x="973348" y="3836788"/>
                </a:lnTo>
                <a:lnTo>
                  <a:pt x="1020081" y="3830450"/>
                </a:lnTo>
                <a:lnTo>
                  <a:pt x="1066002" y="3821694"/>
                </a:lnTo>
                <a:lnTo>
                  <a:pt x="1111043" y="3810585"/>
                </a:lnTo>
                <a:lnTo>
                  <a:pt x="1155138" y="3797192"/>
                </a:lnTo>
                <a:lnTo>
                  <a:pt x="1198219" y="3781580"/>
                </a:lnTo>
                <a:lnTo>
                  <a:pt x="1240220" y="3763817"/>
                </a:lnTo>
                <a:lnTo>
                  <a:pt x="1281074" y="3743970"/>
                </a:lnTo>
                <a:lnTo>
                  <a:pt x="1320713" y="3722105"/>
                </a:lnTo>
                <a:lnTo>
                  <a:pt x="1359071" y="3698290"/>
                </a:lnTo>
                <a:lnTo>
                  <a:pt x="1396081" y="3672591"/>
                </a:lnTo>
                <a:lnTo>
                  <a:pt x="1431676" y="3645075"/>
                </a:lnTo>
                <a:lnTo>
                  <a:pt x="1465789" y="3615810"/>
                </a:lnTo>
                <a:lnTo>
                  <a:pt x="1498353" y="3584862"/>
                </a:lnTo>
                <a:lnTo>
                  <a:pt x="1529301" y="3552298"/>
                </a:lnTo>
                <a:lnTo>
                  <a:pt x="1558567" y="3518185"/>
                </a:lnTo>
                <a:lnTo>
                  <a:pt x="1586083" y="3482591"/>
                </a:lnTo>
                <a:lnTo>
                  <a:pt x="1611782" y="3445581"/>
                </a:lnTo>
                <a:lnTo>
                  <a:pt x="1635598" y="3407223"/>
                </a:lnTo>
                <a:lnTo>
                  <a:pt x="1657463" y="3367583"/>
                </a:lnTo>
                <a:lnTo>
                  <a:pt x="1677310" y="3326730"/>
                </a:lnTo>
                <a:lnTo>
                  <a:pt x="1695074" y="3284729"/>
                </a:lnTo>
                <a:lnTo>
                  <a:pt x="1710686" y="3241647"/>
                </a:lnTo>
                <a:lnTo>
                  <a:pt x="1724080" y="3197552"/>
                </a:lnTo>
                <a:lnTo>
                  <a:pt x="1735188" y="3152510"/>
                </a:lnTo>
                <a:lnTo>
                  <a:pt x="1743945" y="3106589"/>
                </a:lnTo>
                <a:lnTo>
                  <a:pt x="1750283" y="3059855"/>
                </a:lnTo>
                <a:lnTo>
                  <a:pt x="1754134" y="3012375"/>
                </a:lnTo>
                <a:lnTo>
                  <a:pt x="1755434" y="2964216"/>
                </a:lnTo>
                <a:lnTo>
                  <a:pt x="1755433" y="0"/>
                </a:lnTo>
                <a:close/>
              </a:path>
            </a:pathLst>
          </a:custGeom>
          <a:solidFill>
            <a:srgbClr val="B6CAFF">
              <a:alpha val="19999"/>
            </a:srgbClr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4" name="object 3">
            <a:extLst>
              <a:ext uri="{FF2B5EF4-FFF2-40B4-BE49-F238E27FC236}">
                <a16:creationId xmlns:a16="http://schemas.microsoft.com/office/drawing/2014/main" id="{E055E4BC-E633-4C87-C5DA-8031EC1C25E8}"/>
              </a:ext>
            </a:extLst>
          </p:cNvPr>
          <p:cNvSpPr/>
          <p:nvPr/>
        </p:nvSpPr>
        <p:spPr>
          <a:xfrm rot="10800000">
            <a:off x="10696639" y="3616424"/>
            <a:ext cx="1314417" cy="3358950"/>
          </a:xfrm>
          <a:custGeom>
            <a:avLst/>
            <a:gdLst/>
            <a:ahLst/>
            <a:cxnLst/>
            <a:rect l="l" t="t" r="r" b="b"/>
            <a:pathLst>
              <a:path w="1755775" h="3842385">
                <a:moveTo>
                  <a:pt x="1755433" y="0"/>
                </a:moveTo>
                <a:lnTo>
                  <a:pt x="0" y="0"/>
                </a:lnTo>
                <a:lnTo>
                  <a:pt x="1" y="2964216"/>
                </a:lnTo>
                <a:lnTo>
                  <a:pt x="1298" y="3012375"/>
                </a:lnTo>
                <a:lnTo>
                  <a:pt x="5150" y="3059855"/>
                </a:lnTo>
                <a:lnTo>
                  <a:pt x="11487" y="3106589"/>
                </a:lnTo>
                <a:lnTo>
                  <a:pt x="20244" y="3152510"/>
                </a:lnTo>
                <a:lnTo>
                  <a:pt x="31353" y="3197552"/>
                </a:lnTo>
                <a:lnTo>
                  <a:pt x="44747" y="3241647"/>
                </a:lnTo>
                <a:lnTo>
                  <a:pt x="60359" y="3284729"/>
                </a:lnTo>
                <a:lnTo>
                  <a:pt x="78122" y="3326730"/>
                </a:lnTo>
                <a:lnTo>
                  <a:pt x="97969" y="3367583"/>
                </a:lnTo>
                <a:lnTo>
                  <a:pt x="119834" y="3407223"/>
                </a:lnTo>
                <a:lnTo>
                  <a:pt x="143650" y="3445581"/>
                </a:lnTo>
                <a:lnTo>
                  <a:pt x="169349" y="3482591"/>
                </a:lnTo>
                <a:lnTo>
                  <a:pt x="196865" y="3518185"/>
                </a:lnTo>
                <a:lnTo>
                  <a:pt x="226130" y="3552298"/>
                </a:lnTo>
                <a:lnTo>
                  <a:pt x="257078" y="3584862"/>
                </a:lnTo>
                <a:lnTo>
                  <a:pt x="289642" y="3615810"/>
                </a:lnTo>
                <a:lnTo>
                  <a:pt x="323755" y="3645075"/>
                </a:lnTo>
                <a:lnTo>
                  <a:pt x="359349" y="3672591"/>
                </a:lnTo>
                <a:lnTo>
                  <a:pt x="396359" y="3698290"/>
                </a:lnTo>
                <a:lnTo>
                  <a:pt x="434717" y="3722105"/>
                </a:lnTo>
                <a:lnTo>
                  <a:pt x="474355" y="3743970"/>
                </a:lnTo>
                <a:lnTo>
                  <a:pt x="515208" y="3763817"/>
                </a:lnTo>
                <a:lnTo>
                  <a:pt x="557209" y="3781580"/>
                </a:lnTo>
                <a:lnTo>
                  <a:pt x="600289" y="3797192"/>
                </a:lnTo>
                <a:lnTo>
                  <a:pt x="644383" y="3810585"/>
                </a:lnTo>
                <a:lnTo>
                  <a:pt x="689424" y="3821694"/>
                </a:lnTo>
                <a:lnTo>
                  <a:pt x="735343" y="3830450"/>
                </a:lnTo>
                <a:lnTo>
                  <a:pt x="782076" y="3836788"/>
                </a:lnTo>
                <a:lnTo>
                  <a:pt x="829554" y="3840639"/>
                </a:lnTo>
                <a:lnTo>
                  <a:pt x="877711" y="3841935"/>
                </a:lnTo>
                <a:lnTo>
                  <a:pt x="925869" y="3840639"/>
                </a:lnTo>
                <a:lnTo>
                  <a:pt x="973348" y="3836788"/>
                </a:lnTo>
                <a:lnTo>
                  <a:pt x="1020081" y="3830450"/>
                </a:lnTo>
                <a:lnTo>
                  <a:pt x="1066002" y="3821694"/>
                </a:lnTo>
                <a:lnTo>
                  <a:pt x="1111043" y="3810585"/>
                </a:lnTo>
                <a:lnTo>
                  <a:pt x="1155138" y="3797192"/>
                </a:lnTo>
                <a:lnTo>
                  <a:pt x="1198219" y="3781580"/>
                </a:lnTo>
                <a:lnTo>
                  <a:pt x="1240220" y="3763817"/>
                </a:lnTo>
                <a:lnTo>
                  <a:pt x="1281074" y="3743970"/>
                </a:lnTo>
                <a:lnTo>
                  <a:pt x="1320713" y="3722105"/>
                </a:lnTo>
                <a:lnTo>
                  <a:pt x="1359071" y="3698290"/>
                </a:lnTo>
                <a:lnTo>
                  <a:pt x="1396081" y="3672591"/>
                </a:lnTo>
                <a:lnTo>
                  <a:pt x="1431676" y="3645075"/>
                </a:lnTo>
                <a:lnTo>
                  <a:pt x="1465789" y="3615810"/>
                </a:lnTo>
                <a:lnTo>
                  <a:pt x="1498353" y="3584862"/>
                </a:lnTo>
                <a:lnTo>
                  <a:pt x="1529301" y="3552298"/>
                </a:lnTo>
                <a:lnTo>
                  <a:pt x="1558567" y="3518185"/>
                </a:lnTo>
                <a:lnTo>
                  <a:pt x="1586083" y="3482591"/>
                </a:lnTo>
                <a:lnTo>
                  <a:pt x="1611782" y="3445581"/>
                </a:lnTo>
                <a:lnTo>
                  <a:pt x="1635598" y="3407223"/>
                </a:lnTo>
                <a:lnTo>
                  <a:pt x="1657463" y="3367583"/>
                </a:lnTo>
                <a:lnTo>
                  <a:pt x="1677310" y="3326730"/>
                </a:lnTo>
                <a:lnTo>
                  <a:pt x="1695074" y="3284729"/>
                </a:lnTo>
                <a:lnTo>
                  <a:pt x="1710686" y="3241647"/>
                </a:lnTo>
                <a:lnTo>
                  <a:pt x="1724080" y="3197552"/>
                </a:lnTo>
                <a:lnTo>
                  <a:pt x="1735188" y="3152510"/>
                </a:lnTo>
                <a:lnTo>
                  <a:pt x="1743945" y="3106589"/>
                </a:lnTo>
                <a:lnTo>
                  <a:pt x="1750283" y="3059855"/>
                </a:lnTo>
                <a:lnTo>
                  <a:pt x="1754134" y="3012375"/>
                </a:lnTo>
                <a:lnTo>
                  <a:pt x="1755434" y="2964216"/>
                </a:lnTo>
                <a:lnTo>
                  <a:pt x="1755433" y="0"/>
                </a:lnTo>
                <a:close/>
              </a:path>
            </a:pathLst>
          </a:custGeom>
          <a:solidFill>
            <a:schemeClr val="tx2">
              <a:lumMod val="60000"/>
              <a:lumOff val="40000"/>
              <a:alpha val="13998"/>
            </a:schemeClr>
          </a:solidFill>
          <a:ln>
            <a:noFill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5">
            <a:extLst>
              <a:ext uri="{FF2B5EF4-FFF2-40B4-BE49-F238E27FC236}">
                <a16:creationId xmlns:a16="http://schemas.microsoft.com/office/drawing/2014/main" id="{055713DC-EE14-E0CA-9282-9B347AAF2207}"/>
              </a:ext>
            </a:extLst>
          </p:cNvPr>
          <p:cNvSpPr/>
          <p:nvPr/>
        </p:nvSpPr>
        <p:spPr>
          <a:xfrm>
            <a:off x="107004" y="6230270"/>
            <a:ext cx="11904051" cy="496126"/>
          </a:xfrm>
          <a:custGeom>
            <a:avLst/>
            <a:gdLst/>
            <a:ahLst/>
            <a:cxnLst/>
            <a:rect l="l" t="t" r="r" b="b"/>
            <a:pathLst>
              <a:path w="17444720" h="795020">
                <a:moveTo>
                  <a:pt x="17155708" y="0"/>
                </a:moveTo>
                <a:lnTo>
                  <a:pt x="288965" y="0"/>
                </a:lnTo>
                <a:lnTo>
                  <a:pt x="242091" y="3782"/>
                </a:lnTo>
                <a:lnTo>
                  <a:pt x="197627" y="14732"/>
                </a:lnTo>
                <a:lnTo>
                  <a:pt x="156166" y="32254"/>
                </a:lnTo>
                <a:lnTo>
                  <a:pt x="118303" y="55754"/>
                </a:lnTo>
                <a:lnTo>
                  <a:pt x="84633" y="84637"/>
                </a:lnTo>
                <a:lnTo>
                  <a:pt x="55751" y="118307"/>
                </a:lnTo>
                <a:lnTo>
                  <a:pt x="32252" y="156170"/>
                </a:lnTo>
                <a:lnTo>
                  <a:pt x="14731" y="197631"/>
                </a:lnTo>
                <a:lnTo>
                  <a:pt x="3781" y="242094"/>
                </a:lnTo>
                <a:lnTo>
                  <a:pt x="0" y="288965"/>
                </a:lnTo>
                <a:lnTo>
                  <a:pt x="0" y="505461"/>
                </a:lnTo>
                <a:lnTo>
                  <a:pt x="3781" y="552331"/>
                </a:lnTo>
                <a:lnTo>
                  <a:pt x="14731" y="596794"/>
                </a:lnTo>
                <a:lnTo>
                  <a:pt x="32252" y="638255"/>
                </a:lnTo>
                <a:lnTo>
                  <a:pt x="55751" y="676118"/>
                </a:lnTo>
                <a:lnTo>
                  <a:pt x="84633" y="709788"/>
                </a:lnTo>
                <a:lnTo>
                  <a:pt x="118303" y="738671"/>
                </a:lnTo>
                <a:lnTo>
                  <a:pt x="156166" y="762171"/>
                </a:lnTo>
                <a:lnTo>
                  <a:pt x="197627" y="779694"/>
                </a:lnTo>
                <a:lnTo>
                  <a:pt x="242091" y="790643"/>
                </a:lnTo>
                <a:lnTo>
                  <a:pt x="288965" y="794426"/>
                </a:lnTo>
                <a:lnTo>
                  <a:pt x="17155708" y="794426"/>
                </a:lnTo>
                <a:lnTo>
                  <a:pt x="17202578" y="790643"/>
                </a:lnTo>
                <a:lnTo>
                  <a:pt x="17247041" y="779694"/>
                </a:lnTo>
                <a:lnTo>
                  <a:pt x="17288502" y="762171"/>
                </a:lnTo>
                <a:lnTo>
                  <a:pt x="17326365" y="738671"/>
                </a:lnTo>
                <a:lnTo>
                  <a:pt x="17360035" y="709788"/>
                </a:lnTo>
                <a:lnTo>
                  <a:pt x="17388918" y="676118"/>
                </a:lnTo>
                <a:lnTo>
                  <a:pt x="17412418" y="638255"/>
                </a:lnTo>
                <a:lnTo>
                  <a:pt x="17429940" y="596794"/>
                </a:lnTo>
                <a:lnTo>
                  <a:pt x="17440890" y="552331"/>
                </a:lnTo>
                <a:lnTo>
                  <a:pt x="17444673" y="505461"/>
                </a:lnTo>
                <a:lnTo>
                  <a:pt x="17444673" y="288965"/>
                </a:lnTo>
                <a:lnTo>
                  <a:pt x="17440890" y="242094"/>
                </a:lnTo>
                <a:lnTo>
                  <a:pt x="17429940" y="197631"/>
                </a:lnTo>
                <a:lnTo>
                  <a:pt x="17412418" y="156170"/>
                </a:lnTo>
                <a:lnTo>
                  <a:pt x="17388918" y="118307"/>
                </a:lnTo>
                <a:lnTo>
                  <a:pt x="17360035" y="84637"/>
                </a:lnTo>
                <a:lnTo>
                  <a:pt x="17326365" y="55754"/>
                </a:lnTo>
                <a:lnTo>
                  <a:pt x="17288502" y="32254"/>
                </a:lnTo>
                <a:lnTo>
                  <a:pt x="17247041" y="14732"/>
                </a:lnTo>
                <a:lnTo>
                  <a:pt x="17202578" y="3782"/>
                </a:lnTo>
                <a:lnTo>
                  <a:pt x="17155708" y="0"/>
                </a:lnTo>
                <a:close/>
              </a:path>
            </a:pathLst>
          </a:custGeom>
          <a:solidFill>
            <a:srgbClr val="DCE8FF">
              <a:alpha val="50000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0E7FA8-BC9C-8E9A-6766-543057CDCE37}"/>
              </a:ext>
            </a:extLst>
          </p:cNvPr>
          <p:cNvSpPr txBox="1"/>
          <p:nvPr/>
        </p:nvSpPr>
        <p:spPr>
          <a:xfrm>
            <a:off x="666733" y="379667"/>
            <a:ext cx="1931234" cy="47891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lang="tr-TR" sz="2392" b="1" dirty="0">
                <a:solidFill>
                  <a:schemeClr val="tx2">
                    <a:lumMod val="50000"/>
                  </a:schemeClr>
                </a:solidFill>
              </a:rPr>
              <a:t>Teknik Altyapı</a:t>
            </a:r>
            <a:endParaRPr sz="2392" b="1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4" name="object 7">
            <a:extLst>
              <a:ext uri="{FF2B5EF4-FFF2-40B4-BE49-F238E27FC236}">
                <a16:creationId xmlns:a16="http://schemas.microsoft.com/office/drawing/2014/main" id="{231C9B2D-8C42-0499-4028-62B8E491C13B}"/>
              </a:ext>
            </a:extLst>
          </p:cNvPr>
          <p:cNvSpPr>
            <a:spLocks noChangeAspect="1"/>
          </p:cNvSpPr>
          <p:nvPr/>
        </p:nvSpPr>
        <p:spPr>
          <a:xfrm>
            <a:off x="11014675" y="6418761"/>
            <a:ext cx="680836" cy="121376"/>
          </a:xfrm>
          <a:custGeom>
            <a:avLst/>
            <a:gdLst/>
            <a:ahLst/>
            <a:cxnLst/>
            <a:rect l="l" t="t" r="r" b="b"/>
            <a:pathLst>
              <a:path w="1969770" h="351154">
                <a:moveTo>
                  <a:pt x="235800" y="57454"/>
                </a:moveTo>
                <a:lnTo>
                  <a:pt x="0" y="57454"/>
                </a:lnTo>
                <a:lnTo>
                  <a:pt x="0" y="293255"/>
                </a:lnTo>
                <a:lnTo>
                  <a:pt x="235800" y="293255"/>
                </a:lnTo>
                <a:lnTo>
                  <a:pt x="235800" y="57454"/>
                </a:lnTo>
                <a:close/>
              </a:path>
              <a:path w="1969770" h="351154">
                <a:moveTo>
                  <a:pt x="612825" y="167817"/>
                </a:moveTo>
                <a:lnTo>
                  <a:pt x="609282" y="126669"/>
                </a:lnTo>
                <a:lnTo>
                  <a:pt x="598157" y="87655"/>
                </a:lnTo>
                <a:lnTo>
                  <a:pt x="578739" y="53174"/>
                </a:lnTo>
                <a:lnTo>
                  <a:pt x="550316" y="25603"/>
                </a:lnTo>
                <a:lnTo>
                  <a:pt x="516242" y="9283"/>
                </a:lnTo>
                <a:lnTo>
                  <a:pt x="516242" y="137693"/>
                </a:lnTo>
                <a:lnTo>
                  <a:pt x="392950" y="137693"/>
                </a:lnTo>
                <a:lnTo>
                  <a:pt x="397992" y="115531"/>
                </a:lnTo>
                <a:lnTo>
                  <a:pt x="409727" y="93510"/>
                </a:lnTo>
                <a:lnTo>
                  <a:pt x="429158" y="76619"/>
                </a:lnTo>
                <a:lnTo>
                  <a:pt x="457327" y="69875"/>
                </a:lnTo>
                <a:lnTo>
                  <a:pt x="486765" y="76911"/>
                </a:lnTo>
                <a:lnTo>
                  <a:pt x="504761" y="94272"/>
                </a:lnTo>
                <a:lnTo>
                  <a:pt x="513778" y="116395"/>
                </a:lnTo>
                <a:lnTo>
                  <a:pt x="516128" y="136740"/>
                </a:lnTo>
                <a:lnTo>
                  <a:pt x="516242" y="137693"/>
                </a:lnTo>
                <a:lnTo>
                  <a:pt x="516242" y="9283"/>
                </a:lnTo>
                <a:lnTo>
                  <a:pt x="512140" y="7315"/>
                </a:lnTo>
                <a:lnTo>
                  <a:pt x="463499" y="698"/>
                </a:lnTo>
                <a:lnTo>
                  <a:pt x="410540" y="8039"/>
                </a:lnTo>
                <a:lnTo>
                  <a:pt x="367880" y="28168"/>
                </a:lnTo>
                <a:lnTo>
                  <a:pt x="335241" y="58229"/>
                </a:lnTo>
                <a:lnTo>
                  <a:pt x="312293" y="95377"/>
                </a:lnTo>
                <a:lnTo>
                  <a:pt x="298754" y="136740"/>
                </a:lnTo>
                <a:lnTo>
                  <a:pt x="294309" y="179476"/>
                </a:lnTo>
                <a:lnTo>
                  <a:pt x="299656" y="228498"/>
                </a:lnTo>
                <a:lnTo>
                  <a:pt x="315391" y="270268"/>
                </a:lnTo>
                <a:lnTo>
                  <a:pt x="341058" y="304050"/>
                </a:lnTo>
                <a:lnTo>
                  <a:pt x="376212" y="329095"/>
                </a:lnTo>
                <a:lnTo>
                  <a:pt x="420370" y="344665"/>
                </a:lnTo>
                <a:lnTo>
                  <a:pt x="473087" y="350024"/>
                </a:lnTo>
                <a:lnTo>
                  <a:pt x="506285" y="348729"/>
                </a:lnTo>
                <a:lnTo>
                  <a:pt x="537819" y="344805"/>
                </a:lnTo>
                <a:lnTo>
                  <a:pt x="567296" y="338175"/>
                </a:lnTo>
                <a:lnTo>
                  <a:pt x="594334" y="328790"/>
                </a:lnTo>
                <a:lnTo>
                  <a:pt x="583425" y="272630"/>
                </a:lnTo>
                <a:lnTo>
                  <a:pt x="580631" y="258254"/>
                </a:lnTo>
                <a:lnTo>
                  <a:pt x="559333" y="264541"/>
                </a:lnTo>
                <a:lnTo>
                  <a:pt x="537210" y="269024"/>
                </a:lnTo>
                <a:lnTo>
                  <a:pt x="513676" y="271729"/>
                </a:lnTo>
                <a:lnTo>
                  <a:pt x="488149" y="272630"/>
                </a:lnTo>
                <a:lnTo>
                  <a:pt x="453250" y="268744"/>
                </a:lnTo>
                <a:lnTo>
                  <a:pt x="423684" y="256959"/>
                </a:lnTo>
                <a:lnTo>
                  <a:pt x="402717" y="237083"/>
                </a:lnTo>
                <a:lnTo>
                  <a:pt x="393636" y="208915"/>
                </a:lnTo>
                <a:lnTo>
                  <a:pt x="609396" y="208915"/>
                </a:lnTo>
                <a:lnTo>
                  <a:pt x="610501" y="201828"/>
                </a:lnTo>
                <a:lnTo>
                  <a:pt x="611619" y="192227"/>
                </a:lnTo>
                <a:lnTo>
                  <a:pt x="612482" y="180695"/>
                </a:lnTo>
                <a:lnTo>
                  <a:pt x="612825" y="167817"/>
                </a:lnTo>
                <a:close/>
              </a:path>
              <a:path w="1969770" h="351154">
                <a:moveTo>
                  <a:pt x="960602" y="148628"/>
                </a:moveTo>
                <a:lnTo>
                  <a:pt x="954709" y="95719"/>
                </a:lnTo>
                <a:lnTo>
                  <a:pt x="938136" y="55156"/>
                </a:lnTo>
                <a:lnTo>
                  <a:pt x="912520" y="26581"/>
                </a:lnTo>
                <a:lnTo>
                  <a:pt x="840740" y="4114"/>
                </a:lnTo>
                <a:lnTo>
                  <a:pt x="802805" y="9486"/>
                </a:lnTo>
                <a:lnTo>
                  <a:pt x="773099" y="22948"/>
                </a:lnTo>
                <a:lnTo>
                  <a:pt x="751344" y="40513"/>
                </a:lnTo>
                <a:lnTo>
                  <a:pt x="737298" y="58216"/>
                </a:lnTo>
                <a:lnTo>
                  <a:pt x="735266" y="58216"/>
                </a:lnTo>
                <a:lnTo>
                  <a:pt x="730465" y="11645"/>
                </a:lnTo>
                <a:lnTo>
                  <a:pt x="640054" y="11645"/>
                </a:lnTo>
                <a:lnTo>
                  <a:pt x="641934" y="60706"/>
                </a:lnTo>
                <a:lnTo>
                  <a:pt x="642556" y="88404"/>
                </a:lnTo>
                <a:lnTo>
                  <a:pt x="642797" y="118491"/>
                </a:lnTo>
                <a:lnTo>
                  <a:pt x="642797" y="346595"/>
                </a:lnTo>
                <a:lnTo>
                  <a:pt x="746899" y="346595"/>
                </a:lnTo>
                <a:lnTo>
                  <a:pt x="746899" y="153441"/>
                </a:lnTo>
                <a:lnTo>
                  <a:pt x="747039" y="146291"/>
                </a:lnTo>
                <a:lnTo>
                  <a:pt x="769073" y="100685"/>
                </a:lnTo>
                <a:lnTo>
                  <a:pt x="803757" y="88366"/>
                </a:lnTo>
                <a:lnTo>
                  <a:pt x="827887" y="93637"/>
                </a:lnTo>
                <a:lnTo>
                  <a:pt x="844245" y="108483"/>
                </a:lnTo>
                <a:lnTo>
                  <a:pt x="853541" y="131419"/>
                </a:lnTo>
                <a:lnTo>
                  <a:pt x="856488" y="160972"/>
                </a:lnTo>
                <a:lnTo>
                  <a:pt x="856488" y="346595"/>
                </a:lnTo>
                <a:lnTo>
                  <a:pt x="960602" y="346595"/>
                </a:lnTo>
                <a:lnTo>
                  <a:pt x="960602" y="148628"/>
                </a:lnTo>
                <a:close/>
              </a:path>
              <a:path w="1969770" h="351154">
                <a:moveTo>
                  <a:pt x="1337843" y="171919"/>
                </a:moveTo>
                <a:lnTo>
                  <a:pt x="1332293" y="123990"/>
                </a:lnTo>
                <a:lnTo>
                  <a:pt x="1316304" y="82296"/>
                </a:lnTo>
                <a:lnTo>
                  <a:pt x="1310640" y="74663"/>
                </a:lnTo>
                <a:lnTo>
                  <a:pt x="1290840" y="47955"/>
                </a:lnTo>
                <a:lnTo>
                  <a:pt x="1256868" y="22047"/>
                </a:lnTo>
                <a:lnTo>
                  <a:pt x="1230312" y="11595"/>
                </a:lnTo>
                <a:lnTo>
                  <a:pt x="1230312" y="174663"/>
                </a:lnTo>
                <a:lnTo>
                  <a:pt x="1225804" y="215353"/>
                </a:lnTo>
                <a:lnTo>
                  <a:pt x="1225702" y="216217"/>
                </a:lnTo>
                <a:lnTo>
                  <a:pt x="1212507" y="248208"/>
                </a:lnTo>
                <a:lnTo>
                  <a:pt x="1191590" y="268770"/>
                </a:lnTo>
                <a:lnTo>
                  <a:pt x="1163866" y="276034"/>
                </a:lnTo>
                <a:lnTo>
                  <a:pt x="1134376" y="268401"/>
                </a:lnTo>
                <a:lnTo>
                  <a:pt x="1112926" y="247269"/>
                </a:lnTo>
                <a:lnTo>
                  <a:pt x="1099820" y="215353"/>
                </a:lnTo>
                <a:lnTo>
                  <a:pt x="1095375" y="175348"/>
                </a:lnTo>
                <a:lnTo>
                  <a:pt x="1099146" y="138811"/>
                </a:lnTo>
                <a:lnTo>
                  <a:pt x="1111135" y="106502"/>
                </a:lnTo>
                <a:lnTo>
                  <a:pt x="1132306" y="83515"/>
                </a:lnTo>
                <a:lnTo>
                  <a:pt x="1132154" y="83515"/>
                </a:lnTo>
                <a:lnTo>
                  <a:pt x="1163866" y="74663"/>
                </a:lnTo>
                <a:lnTo>
                  <a:pt x="1194752" y="83515"/>
                </a:lnTo>
                <a:lnTo>
                  <a:pt x="1194333" y="83515"/>
                </a:lnTo>
                <a:lnTo>
                  <a:pt x="1214805" y="106159"/>
                </a:lnTo>
                <a:lnTo>
                  <a:pt x="1226578" y="138226"/>
                </a:lnTo>
                <a:lnTo>
                  <a:pt x="1230312" y="174663"/>
                </a:lnTo>
                <a:lnTo>
                  <a:pt x="1230312" y="11595"/>
                </a:lnTo>
                <a:lnTo>
                  <a:pt x="1215364" y="5702"/>
                </a:lnTo>
                <a:lnTo>
                  <a:pt x="1167295" y="0"/>
                </a:lnTo>
                <a:lnTo>
                  <a:pt x="1115822" y="5702"/>
                </a:lnTo>
                <a:lnTo>
                  <a:pt x="1116241" y="5702"/>
                </a:lnTo>
                <a:lnTo>
                  <a:pt x="1072565" y="22047"/>
                </a:lnTo>
                <a:lnTo>
                  <a:pt x="1036980" y="48209"/>
                </a:lnTo>
                <a:lnTo>
                  <a:pt x="1010310" y="83515"/>
                </a:lnTo>
                <a:lnTo>
                  <a:pt x="993609" y="127076"/>
                </a:lnTo>
                <a:lnTo>
                  <a:pt x="987831" y="178079"/>
                </a:lnTo>
                <a:lnTo>
                  <a:pt x="993787" y="227736"/>
                </a:lnTo>
                <a:lnTo>
                  <a:pt x="993863" y="228447"/>
                </a:lnTo>
                <a:lnTo>
                  <a:pt x="1010996" y="270929"/>
                </a:lnTo>
                <a:lnTo>
                  <a:pt x="1037742" y="304977"/>
                </a:lnTo>
                <a:lnTo>
                  <a:pt x="1072667" y="329996"/>
                </a:lnTo>
                <a:lnTo>
                  <a:pt x="1114285" y="345427"/>
                </a:lnTo>
                <a:lnTo>
                  <a:pt x="1161122" y="350697"/>
                </a:lnTo>
                <a:lnTo>
                  <a:pt x="1205369" y="345960"/>
                </a:lnTo>
                <a:lnTo>
                  <a:pt x="1246822" y="331597"/>
                </a:lnTo>
                <a:lnTo>
                  <a:pt x="1283131" y="307289"/>
                </a:lnTo>
                <a:lnTo>
                  <a:pt x="1309230" y="276034"/>
                </a:lnTo>
                <a:lnTo>
                  <a:pt x="1311973" y="272757"/>
                </a:lnTo>
                <a:lnTo>
                  <a:pt x="1330985" y="227736"/>
                </a:lnTo>
                <a:lnTo>
                  <a:pt x="1337843" y="171919"/>
                </a:lnTo>
                <a:close/>
              </a:path>
              <a:path w="1969770" h="351154">
                <a:moveTo>
                  <a:pt x="1636318" y="13716"/>
                </a:moveTo>
                <a:lnTo>
                  <a:pt x="1618513" y="8216"/>
                </a:lnTo>
                <a:lnTo>
                  <a:pt x="1598650" y="4127"/>
                </a:lnTo>
                <a:lnTo>
                  <a:pt x="1577759" y="1574"/>
                </a:lnTo>
                <a:lnTo>
                  <a:pt x="1556867" y="698"/>
                </a:lnTo>
                <a:lnTo>
                  <a:pt x="1499374" y="7086"/>
                </a:lnTo>
                <a:lnTo>
                  <a:pt x="1451737" y="25107"/>
                </a:lnTo>
                <a:lnTo>
                  <a:pt x="1414221" y="53009"/>
                </a:lnTo>
                <a:lnTo>
                  <a:pt x="1387094" y="89077"/>
                </a:lnTo>
                <a:lnTo>
                  <a:pt x="1370622" y="131584"/>
                </a:lnTo>
                <a:lnTo>
                  <a:pt x="1365072" y="178790"/>
                </a:lnTo>
                <a:lnTo>
                  <a:pt x="1370698" y="227850"/>
                </a:lnTo>
                <a:lnTo>
                  <a:pt x="1387017" y="269760"/>
                </a:lnTo>
                <a:lnTo>
                  <a:pt x="1413192" y="303707"/>
                </a:lnTo>
                <a:lnTo>
                  <a:pt x="1448384" y="328917"/>
                </a:lnTo>
                <a:lnTo>
                  <a:pt x="1491767" y="344614"/>
                </a:lnTo>
                <a:lnTo>
                  <a:pt x="1542478" y="350024"/>
                </a:lnTo>
                <a:lnTo>
                  <a:pt x="1571205" y="348818"/>
                </a:lnTo>
                <a:lnTo>
                  <a:pt x="1618869" y="340487"/>
                </a:lnTo>
                <a:lnTo>
                  <a:pt x="1623314" y="257543"/>
                </a:lnTo>
                <a:lnTo>
                  <a:pt x="1610817" y="262153"/>
                </a:lnTo>
                <a:lnTo>
                  <a:pt x="1596847" y="265595"/>
                </a:lnTo>
                <a:lnTo>
                  <a:pt x="1581200" y="267766"/>
                </a:lnTo>
                <a:lnTo>
                  <a:pt x="1563712" y="268516"/>
                </a:lnTo>
                <a:lnTo>
                  <a:pt x="1527987" y="262420"/>
                </a:lnTo>
                <a:lnTo>
                  <a:pt x="1498815" y="244449"/>
                </a:lnTo>
                <a:lnTo>
                  <a:pt x="1479156" y="215061"/>
                </a:lnTo>
                <a:lnTo>
                  <a:pt x="1471942" y="174675"/>
                </a:lnTo>
                <a:lnTo>
                  <a:pt x="1477962" y="136893"/>
                </a:lnTo>
                <a:lnTo>
                  <a:pt x="1495996" y="107213"/>
                </a:lnTo>
                <a:lnTo>
                  <a:pt x="1524431" y="87795"/>
                </a:lnTo>
                <a:lnTo>
                  <a:pt x="1561655" y="80835"/>
                </a:lnTo>
                <a:lnTo>
                  <a:pt x="1580578" y="81673"/>
                </a:lnTo>
                <a:lnTo>
                  <a:pt x="1596415" y="83921"/>
                </a:lnTo>
                <a:lnTo>
                  <a:pt x="1609432" y="87185"/>
                </a:lnTo>
                <a:lnTo>
                  <a:pt x="1619872" y="91097"/>
                </a:lnTo>
                <a:lnTo>
                  <a:pt x="1636318" y="13716"/>
                </a:lnTo>
                <a:close/>
              </a:path>
              <a:path w="1969770" h="351154">
                <a:moveTo>
                  <a:pt x="1969706" y="343166"/>
                </a:moveTo>
                <a:lnTo>
                  <a:pt x="1967141" y="327291"/>
                </a:lnTo>
                <a:lnTo>
                  <a:pt x="1965604" y="309587"/>
                </a:lnTo>
                <a:lnTo>
                  <a:pt x="1965426" y="307632"/>
                </a:lnTo>
                <a:lnTo>
                  <a:pt x="1964550" y="286537"/>
                </a:lnTo>
                <a:lnTo>
                  <a:pt x="1964512" y="285661"/>
                </a:lnTo>
                <a:lnTo>
                  <a:pt x="1964423" y="277406"/>
                </a:lnTo>
                <a:lnTo>
                  <a:pt x="1964296" y="267550"/>
                </a:lnTo>
                <a:lnTo>
                  <a:pt x="1964245" y="184937"/>
                </a:lnTo>
                <a:lnTo>
                  <a:pt x="1964245" y="145211"/>
                </a:lnTo>
                <a:lnTo>
                  <a:pt x="1959711" y="99593"/>
                </a:lnTo>
                <a:lnTo>
                  <a:pt x="1944801" y="59766"/>
                </a:lnTo>
                <a:lnTo>
                  <a:pt x="1917484" y="28232"/>
                </a:lnTo>
                <a:lnTo>
                  <a:pt x="1875777" y="7467"/>
                </a:lnTo>
                <a:lnTo>
                  <a:pt x="1863547" y="5905"/>
                </a:lnTo>
                <a:lnTo>
                  <a:pt x="1863547" y="184937"/>
                </a:lnTo>
                <a:lnTo>
                  <a:pt x="1863547" y="227406"/>
                </a:lnTo>
                <a:lnTo>
                  <a:pt x="1841373" y="266192"/>
                </a:lnTo>
                <a:lnTo>
                  <a:pt x="1807375" y="277406"/>
                </a:lnTo>
                <a:lnTo>
                  <a:pt x="1791131" y="274955"/>
                </a:lnTo>
                <a:lnTo>
                  <a:pt x="1778101" y="267550"/>
                </a:lnTo>
                <a:lnTo>
                  <a:pt x="1769440" y="255155"/>
                </a:lnTo>
                <a:lnTo>
                  <a:pt x="1766290" y="237680"/>
                </a:lnTo>
                <a:lnTo>
                  <a:pt x="1773783" y="212674"/>
                </a:lnTo>
                <a:lnTo>
                  <a:pt x="1794370" y="196405"/>
                </a:lnTo>
                <a:lnTo>
                  <a:pt x="1825244" y="187591"/>
                </a:lnTo>
                <a:lnTo>
                  <a:pt x="1863547" y="184937"/>
                </a:lnTo>
                <a:lnTo>
                  <a:pt x="1863547" y="5905"/>
                </a:lnTo>
                <a:lnTo>
                  <a:pt x="1817674" y="0"/>
                </a:lnTo>
                <a:lnTo>
                  <a:pt x="1774888" y="2882"/>
                </a:lnTo>
                <a:lnTo>
                  <a:pt x="1738464" y="10185"/>
                </a:lnTo>
                <a:lnTo>
                  <a:pt x="1709102" y="19939"/>
                </a:lnTo>
                <a:lnTo>
                  <a:pt x="1687512" y="30149"/>
                </a:lnTo>
                <a:lnTo>
                  <a:pt x="1706702" y="97256"/>
                </a:lnTo>
                <a:lnTo>
                  <a:pt x="1725574" y="87528"/>
                </a:lnTo>
                <a:lnTo>
                  <a:pt x="1748307" y="79451"/>
                </a:lnTo>
                <a:lnTo>
                  <a:pt x="1773351" y="73952"/>
                </a:lnTo>
                <a:lnTo>
                  <a:pt x="1799158" y="71907"/>
                </a:lnTo>
                <a:lnTo>
                  <a:pt x="1830349" y="76161"/>
                </a:lnTo>
                <a:lnTo>
                  <a:pt x="1848904" y="86893"/>
                </a:lnTo>
                <a:lnTo>
                  <a:pt x="1857819" y="101104"/>
                </a:lnTo>
                <a:lnTo>
                  <a:pt x="1860130" y="115760"/>
                </a:lnTo>
                <a:lnTo>
                  <a:pt x="1860130" y="119875"/>
                </a:lnTo>
                <a:lnTo>
                  <a:pt x="1804416" y="123317"/>
                </a:lnTo>
                <a:lnTo>
                  <a:pt x="1756498" y="133743"/>
                </a:lnTo>
                <a:lnTo>
                  <a:pt x="1717395" y="151282"/>
                </a:lnTo>
                <a:lnTo>
                  <a:pt x="1688185" y="176085"/>
                </a:lnTo>
                <a:lnTo>
                  <a:pt x="1669884" y="208254"/>
                </a:lnTo>
                <a:lnTo>
                  <a:pt x="1663547" y="247954"/>
                </a:lnTo>
                <a:lnTo>
                  <a:pt x="1670926" y="286537"/>
                </a:lnTo>
                <a:lnTo>
                  <a:pt x="1692224" y="319354"/>
                </a:lnTo>
                <a:lnTo>
                  <a:pt x="1726247" y="342163"/>
                </a:lnTo>
                <a:lnTo>
                  <a:pt x="1771764" y="350697"/>
                </a:lnTo>
                <a:lnTo>
                  <a:pt x="1800428" y="348030"/>
                </a:lnTo>
                <a:lnTo>
                  <a:pt x="1826387" y="340169"/>
                </a:lnTo>
                <a:lnTo>
                  <a:pt x="1849018" y="327291"/>
                </a:lnTo>
                <a:lnTo>
                  <a:pt x="1867662" y="309587"/>
                </a:lnTo>
                <a:lnTo>
                  <a:pt x="1869706" y="309587"/>
                </a:lnTo>
                <a:lnTo>
                  <a:pt x="1875878" y="343166"/>
                </a:lnTo>
                <a:lnTo>
                  <a:pt x="1969706" y="343166"/>
                </a:lnTo>
                <a:close/>
              </a:path>
            </a:pathLst>
          </a:custGeom>
          <a:solidFill>
            <a:srgbClr val="0000FC"/>
          </a:solidFill>
        </p:spPr>
        <p:txBody>
          <a:bodyPr wrap="square" lIns="0" tIns="0" rIns="0" bIns="0" rtlCol="0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sz="1092" dirty="0"/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BAA08CEB-3A52-E8A7-50DA-E8404BB95A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56813" y="1395123"/>
            <a:ext cx="7718946" cy="4831152"/>
          </a:xfrm>
          <a:prstGeom prst="rect">
            <a:avLst/>
          </a:prstGeom>
        </p:spPr>
      </p:pic>
      <p:sp>
        <p:nvSpPr>
          <p:cNvPr id="18" name="Metin kutusu 17">
            <a:extLst>
              <a:ext uri="{FF2B5EF4-FFF2-40B4-BE49-F238E27FC236}">
                <a16:creationId xmlns:a16="http://schemas.microsoft.com/office/drawing/2014/main" id="{C0368E03-67DA-9E8D-2CD9-912432A2441F}"/>
              </a:ext>
            </a:extLst>
          </p:cNvPr>
          <p:cNvSpPr txBox="1"/>
          <p:nvPr/>
        </p:nvSpPr>
        <p:spPr>
          <a:xfrm>
            <a:off x="2365287" y="1554970"/>
            <a:ext cx="2400324" cy="3128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20"/>
              </a:lnSpc>
              <a:spcBef>
                <a:spcPts val="0"/>
              </a:spcBef>
              <a:spcAft>
                <a:spcPts val="780"/>
              </a:spcAft>
            </a:pPr>
            <a:r>
              <a:rPr lang="tr-TR" sz="1400" b="1" dirty="0">
                <a:solidFill>
                  <a:srgbClr val="2D3748"/>
                </a:solidFill>
              </a:rPr>
              <a:t>Asenkron </a:t>
            </a:r>
            <a:r>
              <a:rPr lang="tr-TR" sz="1400" b="1" dirty="0" err="1">
                <a:solidFill>
                  <a:srgbClr val="2D3748"/>
                </a:solidFill>
              </a:rPr>
              <a:t>Batch</a:t>
            </a:r>
            <a:r>
              <a:rPr lang="tr-TR" sz="1400" b="1" dirty="0">
                <a:solidFill>
                  <a:srgbClr val="2D3748"/>
                </a:solidFill>
              </a:rPr>
              <a:t> Mimarisi</a:t>
            </a:r>
          </a:p>
        </p:txBody>
      </p:sp>
      <p:sp>
        <p:nvSpPr>
          <p:cNvPr id="19" name="Metin kutusu 18">
            <a:extLst>
              <a:ext uri="{FF2B5EF4-FFF2-40B4-BE49-F238E27FC236}">
                <a16:creationId xmlns:a16="http://schemas.microsoft.com/office/drawing/2014/main" id="{96D73A2F-47FA-67FE-FAF9-5D71E504A47F}"/>
              </a:ext>
            </a:extLst>
          </p:cNvPr>
          <p:cNvSpPr txBox="1"/>
          <p:nvPr/>
        </p:nvSpPr>
        <p:spPr>
          <a:xfrm>
            <a:off x="2372893" y="1867987"/>
            <a:ext cx="2071391" cy="7675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20"/>
              </a:lnSpc>
            </a:pPr>
            <a:r>
              <a:rPr lang="tr-TR" sz="1200" dirty="0">
                <a:solidFill>
                  <a:srgbClr val="4A5568"/>
                </a:solidFill>
              </a:rPr>
              <a:t>Sistem yükünü dengeleyen gece çalışan günlük hesaplama işleri</a:t>
            </a:r>
          </a:p>
        </p:txBody>
      </p:sp>
      <p:sp>
        <p:nvSpPr>
          <p:cNvPr id="20" name="Metin kutusu 19">
            <a:extLst>
              <a:ext uri="{FF2B5EF4-FFF2-40B4-BE49-F238E27FC236}">
                <a16:creationId xmlns:a16="http://schemas.microsoft.com/office/drawing/2014/main" id="{D8385B39-BD28-AE7A-0177-458ED2DAE97F}"/>
              </a:ext>
            </a:extLst>
          </p:cNvPr>
          <p:cNvSpPr txBox="1"/>
          <p:nvPr/>
        </p:nvSpPr>
        <p:spPr>
          <a:xfrm>
            <a:off x="7912862" y="1595946"/>
            <a:ext cx="1958975" cy="5436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820"/>
              </a:lnSpc>
              <a:spcBef>
                <a:spcPts val="0"/>
              </a:spcBef>
              <a:spcAft>
                <a:spcPts val="780"/>
              </a:spcAft>
            </a:pPr>
            <a:r>
              <a:rPr lang="tr-TR" sz="1400" b="1" dirty="0" err="1">
                <a:solidFill>
                  <a:srgbClr val="2D3748"/>
                </a:solidFill>
              </a:rPr>
              <a:t>Association</a:t>
            </a:r>
            <a:r>
              <a:rPr lang="tr-TR" sz="1400" b="1" dirty="0">
                <a:solidFill>
                  <a:srgbClr val="2D3748"/>
                </a:solidFill>
              </a:rPr>
              <a:t> </a:t>
            </a:r>
            <a:r>
              <a:rPr lang="tr-TR" sz="1400" b="1" dirty="0" err="1">
                <a:solidFill>
                  <a:srgbClr val="2D3748"/>
                </a:solidFill>
              </a:rPr>
              <a:t>Rule</a:t>
            </a:r>
            <a:r>
              <a:rPr lang="tr-TR" sz="1400" b="1" dirty="0">
                <a:solidFill>
                  <a:srgbClr val="2D3748"/>
                </a:solidFill>
              </a:rPr>
              <a:t> Algoritması</a:t>
            </a:r>
          </a:p>
        </p:txBody>
      </p:sp>
      <p:sp>
        <p:nvSpPr>
          <p:cNvPr id="21" name="Metin kutusu 20">
            <a:extLst>
              <a:ext uri="{FF2B5EF4-FFF2-40B4-BE49-F238E27FC236}">
                <a16:creationId xmlns:a16="http://schemas.microsoft.com/office/drawing/2014/main" id="{45F0A36A-D325-CD6C-2B02-E53534453FCD}"/>
              </a:ext>
            </a:extLst>
          </p:cNvPr>
          <p:cNvSpPr txBox="1"/>
          <p:nvPr/>
        </p:nvSpPr>
        <p:spPr>
          <a:xfrm>
            <a:off x="7800447" y="2058560"/>
            <a:ext cx="2071391" cy="536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820"/>
              </a:lnSpc>
            </a:pPr>
            <a:r>
              <a:rPr lang="tr-TR" sz="1200" dirty="0">
                <a:solidFill>
                  <a:srgbClr val="4A5568"/>
                </a:solidFill>
              </a:rPr>
              <a:t>Apriori mantığı ile ürünler arası güvenilir ilişkilerin tespiti</a:t>
            </a:r>
          </a:p>
        </p:txBody>
      </p:sp>
      <p:pic>
        <p:nvPicPr>
          <p:cNvPr id="34" name="Picture 16" descr="image.png">
            <a:extLst>
              <a:ext uri="{FF2B5EF4-FFF2-40B4-BE49-F238E27FC236}">
                <a16:creationId xmlns:a16="http://schemas.microsoft.com/office/drawing/2014/main" id="{BC7A6445-800A-E84A-F0EC-3BC84A2B4DBF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84146" y="3542107"/>
            <a:ext cx="670311" cy="467032"/>
          </a:xfrm>
          <a:prstGeom prst="rect">
            <a:avLst/>
          </a:prstGeom>
        </p:spPr>
      </p:pic>
      <p:pic>
        <p:nvPicPr>
          <p:cNvPr id="35" name="Picture 21" descr="image.png">
            <a:extLst>
              <a:ext uri="{FF2B5EF4-FFF2-40B4-BE49-F238E27FC236}">
                <a16:creationId xmlns:a16="http://schemas.microsoft.com/office/drawing/2014/main" id="{8CC21FE3-EC15-7D92-932A-E67200726135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840308" y="5348911"/>
            <a:ext cx="567599" cy="400122"/>
          </a:xfrm>
          <a:prstGeom prst="rect">
            <a:avLst/>
          </a:prstGeom>
        </p:spPr>
      </p:pic>
      <p:pic>
        <p:nvPicPr>
          <p:cNvPr id="36" name="Picture 26" descr="image.png">
            <a:extLst>
              <a:ext uri="{FF2B5EF4-FFF2-40B4-BE49-F238E27FC236}">
                <a16:creationId xmlns:a16="http://schemas.microsoft.com/office/drawing/2014/main" id="{93EF0581-E6EA-6D07-C379-C3A7984B046A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795112" y="5245604"/>
            <a:ext cx="606710" cy="566940"/>
          </a:xfrm>
          <a:prstGeom prst="rect">
            <a:avLst/>
          </a:prstGeom>
        </p:spPr>
      </p:pic>
      <p:sp>
        <p:nvSpPr>
          <p:cNvPr id="38" name="Metin kutusu 37">
            <a:extLst>
              <a:ext uri="{FF2B5EF4-FFF2-40B4-BE49-F238E27FC236}">
                <a16:creationId xmlns:a16="http://schemas.microsoft.com/office/drawing/2014/main" id="{511EA2B8-01B9-0397-37FF-8C968238B66D}"/>
              </a:ext>
            </a:extLst>
          </p:cNvPr>
          <p:cNvSpPr txBox="1"/>
          <p:nvPr/>
        </p:nvSpPr>
        <p:spPr>
          <a:xfrm>
            <a:off x="2390222" y="3264314"/>
            <a:ext cx="2151298" cy="5436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20"/>
              </a:lnSpc>
              <a:spcBef>
                <a:spcPts val="0"/>
              </a:spcBef>
              <a:spcAft>
                <a:spcPts val="780"/>
              </a:spcAft>
            </a:pPr>
            <a:r>
              <a:rPr lang="tr-TR" sz="1400" b="1" dirty="0">
                <a:solidFill>
                  <a:srgbClr val="2D3748"/>
                </a:solidFill>
              </a:rPr>
              <a:t>Makine Öğrenmesi Modülleri</a:t>
            </a:r>
          </a:p>
        </p:txBody>
      </p:sp>
      <p:sp>
        <p:nvSpPr>
          <p:cNvPr id="39" name="Metin kutusu 38">
            <a:extLst>
              <a:ext uri="{FF2B5EF4-FFF2-40B4-BE49-F238E27FC236}">
                <a16:creationId xmlns:a16="http://schemas.microsoft.com/office/drawing/2014/main" id="{28A0A059-8692-016C-DEAF-CCAFEAD1BCC8}"/>
              </a:ext>
            </a:extLst>
          </p:cNvPr>
          <p:cNvSpPr txBox="1"/>
          <p:nvPr/>
        </p:nvSpPr>
        <p:spPr>
          <a:xfrm>
            <a:off x="2397829" y="3807989"/>
            <a:ext cx="1808312" cy="536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lang="tr-TR" sz="1200" dirty="0">
                <a:solidFill>
                  <a:srgbClr val="4A5568"/>
                </a:solidFill>
                <a:latin typeface="+mj-lt"/>
              </a:rPr>
              <a:t>Veri işleme ve raporlama</a:t>
            </a:r>
          </a:p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lang="tr-TR" sz="1200" dirty="0">
                <a:solidFill>
                  <a:srgbClr val="4A5568"/>
                </a:solidFill>
                <a:latin typeface="+mj-lt"/>
              </a:rPr>
              <a:t>motoru</a:t>
            </a:r>
          </a:p>
        </p:txBody>
      </p:sp>
      <p:sp>
        <p:nvSpPr>
          <p:cNvPr id="42" name="Metin kutusu 41">
            <a:extLst>
              <a:ext uri="{FF2B5EF4-FFF2-40B4-BE49-F238E27FC236}">
                <a16:creationId xmlns:a16="http://schemas.microsoft.com/office/drawing/2014/main" id="{D437AC5E-E7C6-DB00-FD20-A50903342528}"/>
              </a:ext>
            </a:extLst>
          </p:cNvPr>
          <p:cNvSpPr txBox="1"/>
          <p:nvPr/>
        </p:nvSpPr>
        <p:spPr>
          <a:xfrm>
            <a:off x="7454457" y="3369055"/>
            <a:ext cx="2400324" cy="3128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820"/>
              </a:lnSpc>
              <a:spcBef>
                <a:spcPts val="0"/>
              </a:spcBef>
              <a:spcAft>
                <a:spcPts val="780"/>
              </a:spcAft>
            </a:pPr>
            <a:r>
              <a:rPr lang="tr-TR" sz="1400" b="1" dirty="0">
                <a:solidFill>
                  <a:srgbClr val="2D3748"/>
                </a:solidFill>
              </a:rPr>
              <a:t>Gerçek Zamanlı Veri İşleme</a:t>
            </a:r>
          </a:p>
        </p:txBody>
      </p:sp>
      <p:sp>
        <p:nvSpPr>
          <p:cNvPr id="43" name="Metin kutusu 42">
            <a:extLst>
              <a:ext uri="{FF2B5EF4-FFF2-40B4-BE49-F238E27FC236}">
                <a16:creationId xmlns:a16="http://schemas.microsoft.com/office/drawing/2014/main" id="{831E3A5E-2F27-B701-5A79-AA18A2B6E034}"/>
              </a:ext>
            </a:extLst>
          </p:cNvPr>
          <p:cNvSpPr txBox="1"/>
          <p:nvPr/>
        </p:nvSpPr>
        <p:spPr>
          <a:xfrm>
            <a:off x="8046469" y="3682072"/>
            <a:ext cx="1808312" cy="536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820"/>
              </a:lnSpc>
            </a:pPr>
            <a:r>
              <a:rPr lang="tr-TR" sz="1200" dirty="0">
                <a:solidFill>
                  <a:srgbClr val="4A5568"/>
                </a:solidFill>
              </a:rPr>
              <a:t>Anlık veri akışı ve işlem kapasitesi</a:t>
            </a:r>
          </a:p>
        </p:txBody>
      </p:sp>
      <p:sp>
        <p:nvSpPr>
          <p:cNvPr id="46" name="Metin kutusu 45">
            <a:extLst>
              <a:ext uri="{FF2B5EF4-FFF2-40B4-BE49-F238E27FC236}">
                <a16:creationId xmlns:a16="http://schemas.microsoft.com/office/drawing/2014/main" id="{4F0799BC-07F5-1928-3CEA-40A986286849}"/>
              </a:ext>
            </a:extLst>
          </p:cNvPr>
          <p:cNvSpPr txBox="1"/>
          <p:nvPr/>
        </p:nvSpPr>
        <p:spPr>
          <a:xfrm>
            <a:off x="7407907" y="5106740"/>
            <a:ext cx="2400324" cy="3128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820"/>
              </a:lnSpc>
              <a:spcBef>
                <a:spcPts val="0"/>
              </a:spcBef>
              <a:spcAft>
                <a:spcPts val="780"/>
              </a:spcAft>
            </a:pPr>
            <a:r>
              <a:rPr lang="tr-TR" sz="1400" b="1" dirty="0">
                <a:solidFill>
                  <a:srgbClr val="2D3748"/>
                </a:solidFill>
              </a:rPr>
              <a:t>Ölçeklenebilir </a:t>
            </a:r>
            <a:r>
              <a:rPr lang="tr-TR" sz="1400" b="1" dirty="0" err="1">
                <a:solidFill>
                  <a:srgbClr val="2D3748"/>
                </a:solidFill>
              </a:rPr>
              <a:t>Veritabanı</a:t>
            </a:r>
            <a:endParaRPr lang="tr-TR" sz="1400" b="1" dirty="0">
              <a:solidFill>
                <a:srgbClr val="2D3748"/>
              </a:solidFill>
            </a:endParaRPr>
          </a:p>
        </p:txBody>
      </p:sp>
      <p:sp>
        <p:nvSpPr>
          <p:cNvPr id="47" name="Metin kutusu 46">
            <a:extLst>
              <a:ext uri="{FF2B5EF4-FFF2-40B4-BE49-F238E27FC236}">
                <a16:creationId xmlns:a16="http://schemas.microsoft.com/office/drawing/2014/main" id="{CADC99C1-8C34-0C80-BC1C-916935B97938}"/>
              </a:ext>
            </a:extLst>
          </p:cNvPr>
          <p:cNvSpPr txBox="1"/>
          <p:nvPr/>
        </p:nvSpPr>
        <p:spPr>
          <a:xfrm>
            <a:off x="7999919" y="5419757"/>
            <a:ext cx="1808312" cy="536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820"/>
              </a:lnSpc>
            </a:pPr>
            <a:r>
              <a:rPr lang="nn-NO" sz="1200" dirty="0">
                <a:solidFill>
                  <a:srgbClr val="4A5568"/>
                </a:solidFill>
              </a:rPr>
              <a:t>Yüksek hacimli veri saklama ve erişim</a:t>
            </a:r>
          </a:p>
        </p:txBody>
      </p:sp>
      <p:sp>
        <p:nvSpPr>
          <p:cNvPr id="48" name="Metin kutusu 47">
            <a:extLst>
              <a:ext uri="{FF2B5EF4-FFF2-40B4-BE49-F238E27FC236}">
                <a16:creationId xmlns:a16="http://schemas.microsoft.com/office/drawing/2014/main" id="{F3A72BCA-41C1-AAFC-E2D8-10E4F08C4A42}"/>
              </a:ext>
            </a:extLst>
          </p:cNvPr>
          <p:cNvSpPr txBox="1"/>
          <p:nvPr/>
        </p:nvSpPr>
        <p:spPr>
          <a:xfrm>
            <a:off x="2390222" y="5120792"/>
            <a:ext cx="2400324" cy="3128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20"/>
              </a:lnSpc>
              <a:spcBef>
                <a:spcPts val="0"/>
              </a:spcBef>
              <a:spcAft>
                <a:spcPts val="780"/>
              </a:spcAft>
            </a:pPr>
            <a:r>
              <a:rPr lang="tr-TR" sz="1400" b="1" dirty="0" err="1">
                <a:solidFill>
                  <a:srgbClr val="2D3748"/>
                </a:solidFill>
              </a:rPr>
              <a:t>RESTful</a:t>
            </a:r>
            <a:r>
              <a:rPr lang="tr-TR" sz="1400" b="1" dirty="0">
                <a:solidFill>
                  <a:srgbClr val="2D3748"/>
                </a:solidFill>
              </a:rPr>
              <a:t> API Entegrasyonu</a:t>
            </a:r>
          </a:p>
        </p:txBody>
      </p:sp>
      <p:sp>
        <p:nvSpPr>
          <p:cNvPr id="50" name="Metin kutusu 49">
            <a:extLst>
              <a:ext uri="{FF2B5EF4-FFF2-40B4-BE49-F238E27FC236}">
                <a16:creationId xmlns:a16="http://schemas.microsoft.com/office/drawing/2014/main" id="{91A07C31-B919-96E5-6312-0E0B653BE569}"/>
              </a:ext>
            </a:extLst>
          </p:cNvPr>
          <p:cNvSpPr txBox="1"/>
          <p:nvPr/>
        </p:nvSpPr>
        <p:spPr>
          <a:xfrm>
            <a:off x="2397829" y="5433809"/>
            <a:ext cx="1808312" cy="536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20"/>
              </a:lnSpc>
            </a:pPr>
            <a:r>
              <a:rPr lang="tr-TR" sz="1200" dirty="0">
                <a:solidFill>
                  <a:srgbClr val="4A5568"/>
                </a:solidFill>
              </a:rPr>
              <a:t>Harici sistemlerle kolay entegrasyon</a:t>
            </a:r>
          </a:p>
        </p:txBody>
      </p:sp>
      <p:pic>
        <p:nvPicPr>
          <p:cNvPr id="5" name="Picture 11" descr="image.png">
            <a:extLst>
              <a:ext uri="{FF2B5EF4-FFF2-40B4-BE49-F238E27FC236}">
                <a16:creationId xmlns:a16="http://schemas.microsoft.com/office/drawing/2014/main" id="{6B4F2A41-7139-2E37-42DB-CF9083EDA69E}"/>
              </a:ext>
            </a:extLst>
          </p:cNvPr>
          <p:cNvPicPr>
            <a:picLocks noChangeAspect="1"/>
          </p:cNvPicPr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796642" y="1946494"/>
            <a:ext cx="676129" cy="312843"/>
          </a:xfrm>
          <a:prstGeom prst="rect">
            <a:avLst/>
          </a:prstGeom>
        </p:spPr>
      </p:pic>
      <p:pic>
        <p:nvPicPr>
          <p:cNvPr id="8" name="Picture 6" descr="image.png">
            <a:extLst>
              <a:ext uri="{FF2B5EF4-FFF2-40B4-BE49-F238E27FC236}">
                <a16:creationId xmlns:a16="http://schemas.microsoft.com/office/drawing/2014/main" id="{E6E929AA-5DAB-FBAA-1AD0-83ADE7BA203D}"/>
              </a:ext>
            </a:extLst>
          </p:cNvPr>
          <p:cNvPicPr>
            <a:picLocks noChangeAspect="1"/>
          </p:cNvPicPr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736406" y="1752837"/>
            <a:ext cx="696864" cy="592871"/>
          </a:xfrm>
          <a:prstGeom prst="rect">
            <a:avLst/>
          </a:prstGeom>
        </p:spPr>
      </p:pic>
      <p:pic>
        <p:nvPicPr>
          <p:cNvPr id="9" name="Picture 16" descr="image.png">
            <a:extLst>
              <a:ext uri="{FF2B5EF4-FFF2-40B4-BE49-F238E27FC236}">
                <a16:creationId xmlns:a16="http://schemas.microsoft.com/office/drawing/2014/main" id="{8D8FD529-C809-12F2-B102-D70866C61360}"/>
              </a:ext>
            </a:extLst>
          </p:cNvPr>
          <p:cNvPicPr>
            <a:picLocks noChangeAspect="1"/>
          </p:cNvPicPr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4765611" y="3467047"/>
            <a:ext cx="637179" cy="542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57486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EB32C6-16D9-1C9E-2EF0-7EB306010D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object 3">
            <a:extLst>
              <a:ext uri="{FF2B5EF4-FFF2-40B4-BE49-F238E27FC236}">
                <a16:creationId xmlns:a16="http://schemas.microsoft.com/office/drawing/2014/main" id="{39193004-2853-F656-DBD1-04603DABE3D4}"/>
              </a:ext>
            </a:extLst>
          </p:cNvPr>
          <p:cNvSpPr>
            <a:spLocks noChangeAspect="1"/>
          </p:cNvSpPr>
          <p:nvPr/>
        </p:nvSpPr>
        <p:spPr>
          <a:xfrm>
            <a:off x="244769" y="-1438805"/>
            <a:ext cx="1314417" cy="3235678"/>
          </a:xfrm>
          <a:custGeom>
            <a:avLst/>
            <a:gdLst/>
            <a:ahLst/>
            <a:cxnLst/>
            <a:rect l="l" t="t" r="r" b="b"/>
            <a:pathLst>
              <a:path w="1755775" h="3842385">
                <a:moveTo>
                  <a:pt x="1755433" y="0"/>
                </a:moveTo>
                <a:lnTo>
                  <a:pt x="0" y="0"/>
                </a:lnTo>
                <a:lnTo>
                  <a:pt x="1" y="2964216"/>
                </a:lnTo>
                <a:lnTo>
                  <a:pt x="1298" y="3012375"/>
                </a:lnTo>
                <a:lnTo>
                  <a:pt x="5150" y="3059855"/>
                </a:lnTo>
                <a:lnTo>
                  <a:pt x="11487" y="3106589"/>
                </a:lnTo>
                <a:lnTo>
                  <a:pt x="20244" y="3152510"/>
                </a:lnTo>
                <a:lnTo>
                  <a:pt x="31353" y="3197552"/>
                </a:lnTo>
                <a:lnTo>
                  <a:pt x="44747" y="3241647"/>
                </a:lnTo>
                <a:lnTo>
                  <a:pt x="60359" y="3284729"/>
                </a:lnTo>
                <a:lnTo>
                  <a:pt x="78122" y="3326730"/>
                </a:lnTo>
                <a:lnTo>
                  <a:pt x="97969" y="3367583"/>
                </a:lnTo>
                <a:lnTo>
                  <a:pt x="119834" y="3407223"/>
                </a:lnTo>
                <a:lnTo>
                  <a:pt x="143650" y="3445581"/>
                </a:lnTo>
                <a:lnTo>
                  <a:pt x="169349" y="3482591"/>
                </a:lnTo>
                <a:lnTo>
                  <a:pt x="196865" y="3518185"/>
                </a:lnTo>
                <a:lnTo>
                  <a:pt x="226130" y="3552298"/>
                </a:lnTo>
                <a:lnTo>
                  <a:pt x="257078" y="3584862"/>
                </a:lnTo>
                <a:lnTo>
                  <a:pt x="289642" y="3615810"/>
                </a:lnTo>
                <a:lnTo>
                  <a:pt x="323755" y="3645075"/>
                </a:lnTo>
                <a:lnTo>
                  <a:pt x="359349" y="3672591"/>
                </a:lnTo>
                <a:lnTo>
                  <a:pt x="396359" y="3698290"/>
                </a:lnTo>
                <a:lnTo>
                  <a:pt x="434717" y="3722105"/>
                </a:lnTo>
                <a:lnTo>
                  <a:pt x="474355" y="3743970"/>
                </a:lnTo>
                <a:lnTo>
                  <a:pt x="515208" y="3763817"/>
                </a:lnTo>
                <a:lnTo>
                  <a:pt x="557209" y="3781580"/>
                </a:lnTo>
                <a:lnTo>
                  <a:pt x="600289" y="3797192"/>
                </a:lnTo>
                <a:lnTo>
                  <a:pt x="644383" y="3810585"/>
                </a:lnTo>
                <a:lnTo>
                  <a:pt x="689424" y="3821694"/>
                </a:lnTo>
                <a:lnTo>
                  <a:pt x="735343" y="3830450"/>
                </a:lnTo>
                <a:lnTo>
                  <a:pt x="782076" y="3836788"/>
                </a:lnTo>
                <a:lnTo>
                  <a:pt x="829554" y="3840639"/>
                </a:lnTo>
                <a:lnTo>
                  <a:pt x="877711" y="3841935"/>
                </a:lnTo>
                <a:lnTo>
                  <a:pt x="925869" y="3840639"/>
                </a:lnTo>
                <a:lnTo>
                  <a:pt x="973348" y="3836788"/>
                </a:lnTo>
                <a:lnTo>
                  <a:pt x="1020081" y="3830450"/>
                </a:lnTo>
                <a:lnTo>
                  <a:pt x="1066002" y="3821694"/>
                </a:lnTo>
                <a:lnTo>
                  <a:pt x="1111043" y="3810585"/>
                </a:lnTo>
                <a:lnTo>
                  <a:pt x="1155138" y="3797192"/>
                </a:lnTo>
                <a:lnTo>
                  <a:pt x="1198219" y="3781580"/>
                </a:lnTo>
                <a:lnTo>
                  <a:pt x="1240220" y="3763817"/>
                </a:lnTo>
                <a:lnTo>
                  <a:pt x="1281074" y="3743970"/>
                </a:lnTo>
                <a:lnTo>
                  <a:pt x="1320713" y="3722105"/>
                </a:lnTo>
                <a:lnTo>
                  <a:pt x="1359071" y="3698290"/>
                </a:lnTo>
                <a:lnTo>
                  <a:pt x="1396081" y="3672591"/>
                </a:lnTo>
                <a:lnTo>
                  <a:pt x="1431676" y="3645075"/>
                </a:lnTo>
                <a:lnTo>
                  <a:pt x="1465789" y="3615810"/>
                </a:lnTo>
                <a:lnTo>
                  <a:pt x="1498353" y="3584862"/>
                </a:lnTo>
                <a:lnTo>
                  <a:pt x="1529301" y="3552298"/>
                </a:lnTo>
                <a:lnTo>
                  <a:pt x="1558567" y="3518185"/>
                </a:lnTo>
                <a:lnTo>
                  <a:pt x="1586083" y="3482591"/>
                </a:lnTo>
                <a:lnTo>
                  <a:pt x="1611782" y="3445581"/>
                </a:lnTo>
                <a:lnTo>
                  <a:pt x="1635598" y="3407223"/>
                </a:lnTo>
                <a:lnTo>
                  <a:pt x="1657463" y="3367583"/>
                </a:lnTo>
                <a:lnTo>
                  <a:pt x="1677310" y="3326730"/>
                </a:lnTo>
                <a:lnTo>
                  <a:pt x="1695074" y="3284729"/>
                </a:lnTo>
                <a:lnTo>
                  <a:pt x="1710686" y="3241647"/>
                </a:lnTo>
                <a:lnTo>
                  <a:pt x="1724080" y="3197552"/>
                </a:lnTo>
                <a:lnTo>
                  <a:pt x="1735188" y="3152510"/>
                </a:lnTo>
                <a:lnTo>
                  <a:pt x="1743945" y="3106589"/>
                </a:lnTo>
                <a:lnTo>
                  <a:pt x="1750283" y="3059855"/>
                </a:lnTo>
                <a:lnTo>
                  <a:pt x="1754134" y="3012375"/>
                </a:lnTo>
                <a:lnTo>
                  <a:pt x="1755434" y="2964216"/>
                </a:lnTo>
                <a:lnTo>
                  <a:pt x="1755433" y="0"/>
                </a:lnTo>
                <a:close/>
              </a:path>
            </a:pathLst>
          </a:custGeom>
          <a:solidFill>
            <a:srgbClr val="B6CAFF">
              <a:alpha val="19999"/>
            </a:srgbClr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4" name="object 3">
            <a:extLst>
              <a:ext uri="{FF2B5EF4-FFF2-40B4-BE49-F238E27FC236}">
                <a16:creationId xmlns:a16="http://schemas.microsoft.com/office/drawing/2014/main" id="{293F2FFA-5327-D71D-6EE6-F95C272D24CD}"/>
              </a:ext>
            </a:extLst>
          </p:cNvPr>
          <p:cNvSpPr/>
          <p:nvPr/>
        </p:nvSpPr>
        <p:spPr>
          <a:xfrm rot="10800000">
            <a:off x="10696639" y="3616424"/>
            <a:ext cx="1314417" cy="3358950"/>
          </a:xfrm>
          <a:custGeom>
            <a:avLst/>
            <a:gdLst/>
            <a:ahLst/>
            <a:cxnLst/>
            <a:rect l="l" t="t" r="r" b="b"/>
            <a:pathLst>
              <a:path w="1755775" h="3842385">
                <a:moveTo>
                  <a:pt x="1755433" y="0"/>
                </a:moveTo>
                <a:lnTo>
                  <a:pt x="0" y="0"/>
                </a:lnTo>
                <a:lnTo>
                  <a:pt x="1" y="2964216"/>
                </a:lnTo>
                <a:lnTo>
                  <a:pt x="1298" y="3012375"/>
                </a:lnTo>
                <a:lnTo>
                  <a:pt x="5150" y="3059855"/>
                </a:lnTo>
                <a:lnTo>
                  <a:pt x="11487" y="3106589"/>
                </a:lnTo>
                <a:lnTo>
                  <a:pt x="20244" y="3152510"/>
                </a:lnTo>
                <a:lnTo>
                  <a:pt x="31353" y="3197552"/>
                </a:lnTo>
                <a:lnTo>
                  <a:pt x="44747" y="3241647"/>
                </a:lnTo>
                <a:lnTo>
                  <a:pt x="60359" y="3284729"/>
                </a:lnTo>
                <a:lnTo>
                  <a:pt x="78122" y="3326730"/>
                </a:lnTo>
                <a:lnTo>
                  <a:pt x="97969" y="3367583"/>
                </a:lnTo>
                <a:lnTo>
                  <a:pt x="119834" y="3407223"/>
                </a:lnTo>
                <a:lnTo>
                  <a:pt x="143650" y="3445581"/>
                </a:lnTo>
                <a:lnTo>
                  <a:pt x="169349" y="3482591"/>
                </a:lnTo>
                <a:lnTo>
                  <a:pt x="196865" y="3518185"/>
                </a:lnTo>
                <a:lnTo>
                  <a:pt x="226130" y="3552298"/>
                </a:lnTo>
                <a:lnTo>
                  <a:pt x="257078" y="3584862"/>
                </a:lnTo>
                <a:lnTo>
                  <a:pt x="289642" y="3615810"/>
                </a:lnTo>
                <a:lnTo>
                  <a:pt x="323755" y="3645075"/>
                </a:lnTo>
                <a:lnTo>
                  <a:pt x="359349" y="3672591"/>
                </a:lnTo>
                <a:lnTo>
                  <a:pt x="396359" y="3698290"/>
                </a:lnTo>
                <a:lnTo>
                  <a:pt x="434717" y="3722105"/>
                </a:lnTo>
                <a:lnTo>
                  <a:pt x="474355" y="3743970"/>
                </a:lnTo>
                <a:lnTo>
                  <a:pt x="515208" y="3763817"/>
                </a:lnTo>
                <a:lnTo>
                  <a:pt x="557209" y="3781580"/>
                </a:lnTo>
                <a:lnTo>
                  <a:pt x="600289" y="3797192"/>
                </a:lnTo>
                <a:lnTo>
                  <a:pt x="644383" y="3810585"/>
                </a:lnTo>
                <a:lnTo>
                  <a:pt x="689424" y="3821694"/>
                </a:lnTo>
                <a:lnTo>
                  <a:pt x="735343" y="3830450"/>
                </a:lnTo>
                <a:lnTo>
                  <a:pt x="782076" y="3836788"/>
                </a:lnTo>
                <a:lnTo>
                  <a:pt x="829554" y="3840639"/>
                </a:lnTo>
                <a:lnTo>
                  <a:pt x="877711" y="3841935"/>
                </a:lnTo>
                <a:lnTo>
                  <a:pt x="925869" y="3840639"/>
                </a:lnTo>
                <a:lnTo>
                  <a:pt x="973348" y="3836788"/>
                </a:lnTo>
                <a:lnTo>
                  <a:pt x="1020081" y="3830450"/>
                </a:lnTo>
                <a:lnTo>
                  <a:pt x="1066002" y="3821694"/>
                </a:lnTo>
                <a:lnTo>
                  <a:pt x="1111043" y="3810585"/>
                </a:lnTo>
                <a:lnTo>
                  <a:pt x="1155138" y="3797192"/>
                </a:lnTo>
                <a:lnTo>
                  <a:pt x="1198219" y="3781580"/>
                </a:lnTo>
                <a:lnTo>
                  <a:pt x="1240220" y="3763817"/>
                </a:lnTo>
                <a:lnTo>
                  <a:pt x="1281074" y="3743970"/>
                </a:lnTo>
                <a:lnTo>
                  <a:pt x="1320713" y="3722105"/>
                </a:lnTo>
                <a:lnTo>
                  <a:pt x="1359071" y="3698290"/>
                </a:lnTo>
                <a:lnTo>
                  <a:pt x="1396081" y="3672591"/>
                </a:lnTo>
                <a:lnTo>
                  <a:pt x="1431676" y="3645075"/>
                </a:lnTo>
                <a:lnTo>
                  <a:pt x="1465789" y="3615810"/>
                </a:lnTo>
                <a:lnTo>
                  <a:pt x="1498353" y="3584862"/>
                </a:lnTo>
                <a:lnTo>
                  <a:pt x="1529301" y="3552298"/>
                </a:lnTo>
                <a:lnTo>
                  <a:pt x="1558567" y="3518185"/>
                </a:lnTo>
                <a:lnTo>
                  <a:pt x="1586083" y="3482591"/>
                </a:lnTo>
                <a:lnTo>
                  <a:pt x="1611782" y="3445581"/>
                </a:lnTo>
                <a:lnTo>
                  <a:pt x="1635598" y="3407223"/>
                </a:lnTo>
                <a:lnTo>
                  <a:pt x="1657463" y="3367583"/>
                </a:lnTo>
                <a:lnTo>
                  <a:pt x="1677310" y="3326730"/>
                </a:lnTo>
                <a:lnTo>
                  <a:pt x="1695074" y="3284729"/>
                </a:lnTo>
                <a:lnTo>
                  <a:pt x="1710686" y="3241647"/>
                </a:lnTo>
                <a:lnTo>
                  <a:pt x="1724080" y="3197552"/>
                </a:lnTo>
                <a:lnTo>
                  <a:pt x="1735188" y="3152510"/>
                </a:lnTo>
                <a:lnTo>
                  <a:pt x="1743945" y="3106589"/>
                </a:lnTo>
                <a:lnTo>
                  <a:pt x="1750283" y="3059855"/>
                </a:lnTo>
                <a:lnTo>
                  <a:pt x="1754134" y="3012375"/>
                </a:lnTo>
                <a:lnTo>
                  <a:pt x="1755434" y="2964216"/>
                </a:lnTo>
                <a:lnTo>
                  <a:pt x="1755433" y="0"/>
                </a:lnTo>
                <a:close/>
              </a:path>
            </a:pathLst>
          </a:custGeom>
          <a:solidFill>
            <a:schemeClr val="tx2">
              <a:lumMod val="60000"/>
              <a:lumOff val="40000"/>
              <a:alpha val="13998"/>
            </a:schemeClr>
          </a:solidFill>
          <a:ln>
            <a:noFill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5">
            <a:extLst>
              <a:ext uri="{FF2B5EF4-FFF2-40B4-BE49-F238E27FC236}">
                <a16:creationId xmlns:a16="http://schemas.microsoft.com/office/drawing/2014/main" id="{31B0236C-436E-5ADF-0727-7B2FF56DC59D}"/>
              </a:ext>
            </a:extLst>
          </p:cNvPr>
          <p:cNvSpPr/>
          <p:nvPr/>
        </p:nvSpPr>
        <p:spPr>
          <a:xfrm>
            <a:off x="107004" y="6230270"/>
            <a:ext cx="11904051" cy="496126"/>
          </a:xfrm>
          <a:custGeom>
            <a:avLst/>
            <a:gdLst/>
            <a:ahLst/>
            <a:cxnLst/>
            <a:rect l="l" t="t" r="r" b="b"/>
            <a:pathLst>
              <a:path w="17444720" h="795020">
                <a:moveTo>
                  <a:pt x="17155708" y="0"/>
                </a:moveTo>
                <a:lnTo>
                  <a:pt x="288965" y="0"/>
                </a:lnTo>
                <a:lnTo>
                  <a:pt x="242091" y="3782"/>
                </a:lnTo>
                <a:lnTo>
                  <a:pt x="197627" y="14732"/>
                </a:lnTo>
                <a:lnTo>
                  <a:pt x="156166" y="32254"/>
                </a:lnTo>
                <a:lnTo>
                  <a:pt x="118303" y="55754"/>
                </a:lnTo>
                <a:lnTo>
                  <a:pt x="84633" y="84637"/>
                </a:lnTo>
                <a:lnTo>
                  <a:pt x="55751" y="118307"/>
                </a:lnTo>
                <a:lnTo>
                  <a:pt x="32252" y="156170"/>
                </a:lnTo>
                <a:lnTo>
                  <a:pt x="14731" y="197631"/>
                </a:lnTo>
                <a:lnTo>
                  <a:pt x="3781" y="242094"/>
                </a:lnTo>
                <a:lnTo>
                  <a:pt x="0" y="288965"/>
                </a:lnTo>
                <a:lnTo>
                  <a:pt x="0" y="505461"/>
                </a:lnTo>
                <a:lnTo>
                  <a:pt x="3781" y="552331"/>
                </a:lnTo>
                <a:lnTo>
                  <a:pt x="14731" y="596794"/>
                </a:lnTo>
                <a:lnTo>
                  <a:pt x="32252" y="638255"/>
                </a:lnTo>
                <a:lnTo>
                  <a:pt x="55751" y="676118"/>
                </a:lnTo>
                <a:lnTo>
                  <a:pt x="84633" y="709788"/>
                </a:lnTo>
                <a:lnTo>
                  <a:pt x="118303" y="738671"/>
                </a:lnTo>
                <a:lnTo>
                  <a:pt x="156166" y="762171"/>
                </a:lnTo>
                <a:lnTo>
                  <a:pt x="197627" y="779694"/>
                </a:lnTo>
                <a:lnTo>
                  <a:pt x="242091" y="790643"/>
                </a:lnTo>
                <a:lnTo>
                  <a:pt x="288965" y="794426"/>
                </a:lnTo>
                <a:lnTo>
                  <a:pt x="17155708" y="794426"/>
                </a:lnTo>
                <a:lnTo>
                  <a:pt x="17202578" y="790643"/>
                </a:lnTo>
                <a:lnTo>
                  <a:pt x="17247041" y="779694"/>
                </a:lnTo>
                <a:lnTo>
                  <a:pt x="17288502" y="762171"/>
                </a:lnTo>
                <a:lnTo>
                  <a:pt x="17326365" y="738671"/>
                </a:lnTo>
                <a:lnTo>
                  <a:pt x="17360035" y="709788"/>
                </a:lnTo>
                <a:lnTo>
                  <a:pt x="17388918" y="676118"/>
                </a:lnTo>
                <a:lnTo>
                  <a:pt x="17412418" y="638255"/>
                </a:lnTo>
                <a:lnTo>
                  <a:pt x="17429940" y="596794"/>
                </a:lnTo>
                <a:lnTo>
                  <a:pt x="17440890" y="552331"/>
                </a:lnTo>
                <a:lnTo>
                  <a:pt x="17444673" y="505461"/>
                </a:lnTo>
                <a:lnTo>
                  <a:pt x="17444673" y="288965"/>
                </a:lnTo>
                <a:lnTo>
                  <a:pt x="17440890" y="242094"/>
                </a:lnTo>
                <a:lnTo>
                  <a:pt x="17429940" y="197631"/>
                </a:lnTo>
                <a:lnTo>
                  <a:pt x="17412418" y="156170"/>
                </a:lnTo>
                <a:lnTo>
                  <a:pt x="17388918" y="118307"/>
                </a:lnTo>
                <a:lnTo>
                  <a:pt x="17360035" y="84637"/>
                </a:lnTo>
                <a:lnTo>
                  <a:pt x="17326365" y="55754"/>
                </a:lnTo>
                <a:lnTo>
                  <a:pt x="17288502" y="32254"/>
                </a:lnTo>
                <a:lnTo>
                  <a:pt x="17247041" y="14732"/>
                </a:lnTo>
                <a:lnTo>
                  <a:pt x="17202578" y="3782"/>
                </a:lnTo>
                <a:lnTo>
                  <a:pt x="17155708" y="0"/>
                </a:lnTo>
                <a:close/>
              </a:path>
            </a:pathLst>
          </a:custGeom>
          <a:solidFill>
            <a:srgbClr val="DCE8FF">
              <a:alpha val="50000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B7EB481-B7F2-B8D4-49F3-26862D4A85F4}"/>
              </a:ext>
            </a:extLst>
          </p:cNvPr>
          <p:cNvSpPr txBox="1"/>
          <p:nvPr/>
        </p:nvSpPr>
        <p:spPr>
          <a:xfrm>
            <a:off x="666733" y="379667"/>
            <a:ext cx="2532296" cy="47891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lang="tr-TR" sz="2392" b="1" dirty="0">
                <a:solidFill>
                  <a:schemeClr val="tx2">
                    <a:lumMod val="50000"/>
                  </a:schemeClr>
                </a:solidFill>
              </a:rPr>
              <a:t>İşletme Avantajları</a:t>
            </a:r>
            <a:endParaRPr sz="2392" b="1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4" name="object 7">
            <a:extLst>
              <a:ext uri="{FF2B5EF4-FFF2-40B4-BE49-F238E27FC236}">
                <a16:creationId xmlns:a16="http://schemas.microsoft.com/office/drawing/2014/main" id="{8AA1C811-5DE0-2351-3817-2AD2723D7102}"/>
              </a:ext>
            </a:extLst>
          </p:cNvPr>
          <p:cNvSpPr>
            <a:spLocks noChangeAspect="1"/>
          </p:cNvSpPr>
          <p:nvPr/>
        </p:nvSpPr>
        <p:spPr>
          <a:xfrm>
            <a:off x="11014675" y="6418761"/>
            <a:ext cx="680836" cy="121376"/>
          </a:xfrm>
          <a:custGeom>
            <a:avLst/>
            <a:gdLst/>
            <a:ahLst/>
            <a:cxnLst/>
            <a:rect l="l" t="t" r="r" b="b"/>
            <a:pathLst>
              <a:path w="1969770" h="351154">
                <a:moveTo>
                  <a:pt x="235800" y="57454"/>
                </a:moveTo>
                <a:lnTo>
                  <a:pt x="0" y="57454"/>
                </a:lnTo>
                <a:lnTo>
                  <a:pt x="0" y="293255"/>
                </a:lnTo>
                <a:lnTo>
                  <a:pt x="235800" y="293255"/>
                </a:lnTo>
                <a:lnTo>
                  <a:pt x="235800" y="57454"/>
                </a:lnTo>
                <a:close/>
              </a:path>
              <a:path w="1969770" h="351154">
                <a:moveTo>
                  <a:pt x="612825" y="167817"/>
                </a:moveTo>
                <a:lnTo>
                  <a:pt x="609282" y="126669"/>
                </a:lnTo>
                <a:lnTo>
                  <a:pt x="598157" y="87655"/>
                </a:lnTo>
                <a:lnTo>
                  <a:pt x="578739" y="53174"/>
                </a:lnTo>
                <a:lnTo>
                  <a:pt x="550316" y="25603"/>
                </a:lnTo>
                <a:lnTo>
                  <a:pt x="516242" y="9283"/>
                </a:lnTo>
                <a:lnTo>
                  <a:pt x="516242" y="137693"/>
                </a:lnTo>
                <a:lnTo>
                  <a:pt x="392950" y="137693"/>
                </a:lnTo>
                <a:lnTo>
                  <a:pt x="397992" y="115531"/>
                </a:lnTo>
                <a:lnTo>
                  <a:pt x="409727" y="93510"/>
                </a:lnTo>
                <a:lnTo>
                  <a:pt x="429158" y="76619"/>
                </a:lnTo>
                <a:lnTo>
                  <a:pt x="457327" y="69875"/>
                </a:lnTo>
                <a:lnTo>
                  <a:pt x="486765" y="76911"/>
                </a:lnTo>
                <a:lnTo>
                  <a:pt x="504761" y="94272"/>
                </a:lnTo>
                <a:lnTo>
                  <a:pt x="513778" y="116395"/>
                </a:lnTo>
                <a:lnTo>
                  <a:pt x="516128" y="136740"/>
                </a:lnTo>
                <a:lnTo>
                  <a:pt x="516242" y="137693"/>
                </a:lnTo>
                <a:lnTo>
                  <a:pt x="516242" y="9283"/>
                </a:lnTo>
                <a:lnTo>
                  <a:pt x="512140" y="7315"/>
                </a:lnTo>
                <a:lnTo>
                  <a:pt x="463499" y="698"/>
                </a:lnTo>
                <a:lnTo>
                  <a:pt x="410540" y="8039"/>
                </a:lnTo>
                <a:lnTo>
                  <a:pt x="367880" y="28168"/>
                </a:lnTo>
                <a:lnTo>
                  <a:pt x="335241" y="58229"/>
                </a:lnTo>
                <a:lnTo>
                  <a:pt x="312293" y="95377"/>
                </a:lnTo>
                <a:lnTo>
                  <a:pt x="298754" y="136740"/>
                </a:lnTo>
                <a:lnTo>
                  <a:pt x="294309" y="179476"/>
                </a:lnTo>
                <a:lnTo>
                  <a:pt x="299656" y="228498"/>
                </a:lnTo>
                <a:lnTo>
                  <a:pt x="315391" y="270268"/>
                </a:lnTo>
                <a:lnTo>
                  <a:pt x="341058" y="304050"/>
                </a:lnTo>
                <a:lnTo>
                  <a:pt x="376212" y="329095"/>
                </a:lnTo>
                <a:lnTo>
                  <a:pt x="420370" y="344665"/>
                </a:lnTo>
                <a:lnTo>
                  <a:pt x="473087" y="350024"/>
                </a:lnTo>
                <a:lnTo>
                  <a:pt x="506285" y="348729"/>
                </a:lnTo>
                <a:lnTo>
                  <a:pt x="537819" y="344805"/>
                </a:lnTo>
                <a:lnTo>
                  <a:pt x="567296" y="338175"/>
                </a:lnTo>
                <a:lnTo>
                  <a:pt x="594334" y="328790"/>
                </a:lnTo>
                <a:lnTo>
                  <a:pt x="583425" y="272630"/>
                </a:lnTo>
                <a:lnTo>
                  <a:pt x="580631" y="258254"/>
                </a:lnTo>
                <a:lnTo>
                  <a:pt x="559333" y="264541"/>
                </a:lnTo>
                <a:lnTo>
                  <a:pt x="537210" y="269024"/>
                </a:lnTo>
                <a:lnTo>
                  <a:pt x="513676" y="271729"/>
                </a:lnTo>
                <a:lnTo>
                  <a:pt x="488149" y="272630"/>
                </a:lnTo>
                <a:lnTo>
                  <a:pt x="453250" y="268744"/>
                </a:lnTo>
                <a:lnTo>
                  <a:pt x="423684" y="256959"/>
                </a:lnTo>
                <a:lnTo>
                  <a:pt x="402717" y="237083"/>
                </a:lnTo>
                <a:lnTo>
                  <a:pt x="393636" y="208915"/>
                </a:lnTo>
                <a:lnTo>
                  <a:pt x="609396" y="208915"/>
                </a:lnTo>
                <a:lnTo>
                  <a:pt x="610501" y="201828"/>
                </a:lnTo>
                <a:lnTo>
                  <a:pt x="611619" y="192227"/>
                </a:lnTo>
                <a:lnTo>
                  <a:pt x="612482" y="180695"/>
                </a:lnTo>
                <a:lnTo>
                  <a:pt x="612825" y="167817"/>
                </a:lnTo>
                <a:close/>
              </a:path>
              <a:path w="1969770" h="351154">
                <a:moveTo>
                  <a:pt x="960602" y="148628"/>
                </a:moveTo>
                <a:lnTo>
                  <a:pt x="954709" y="95719"/>
                </a:lnTo>
                <a:lnTo>
                  <a:pt x="938136" y="55156"/>
                </a:lnTo>
                <a:lnTo>
                  <a:pt x="912520" y="26581"/>
                </a:lnTo>
                <a:lnTo>
                  <a:pt x="840740" y="4114"/>
                </a:lnTo>
                <a:lnTo>
                  <a:pt x="802805" y="9486"/>
                </a:lnTo>
                <a:lnTo>
                  <a:pt x="773099" y="22948"/>
                </a:lnTo>
                <a:lnTo>
                  <a:pt x="751344" y="40513"/>
                </a:lnTo>
                <a:lnTo>
                  <a:pt x="737298" y="58216"/>
                </a:lnTo>
                <a:lnTo>
                  <a:pt x="735266" y="58216"/>
                </a:lnTo>
                <a:lnTo>
                  <a:pt x="730465" y="11645"/>
                </a:lnTo>
                <a:lnTo>
                  <a:pt x="640054" y="11645"/>
                </a:lnTo>
                <a:lnTo>
                  <a:pt x="641934" y="60706"/>
                </a:lnTo>
                <a:lnTo>
                  <a:pt x="642556" y="88404"/>
                </a:lnTo>
                <a:lnTo>
                  <a:pt x="642797" y="118491"/>
                </a:lnTo>
                <a:lnTo>
                  <a:pt x="642797" y="346595"/>
                </a:lnTo>
                <a:lnTo>
                  <a:pt x="746899" y="346595"/>
                </a:lnTo>
                <a:lnTo>
                  <a:pt x="746899" y="153441"/>
                </a:lnTo>
                <a:lnTo>
                  <a:pt x="747039" y="146291"/>
                </a:lnTo>
                <a:lnTo>
                  <a:pt x="769073" y="100685"/>
                </a:lnTo>
                <a:lnTo>
                  <a:pt x="803757" y="88366"/>
                </a:lnTo>
                <a:lnTo>
                  <a:pt x="827887" y="93637"/>
                </a:lnTo>
                <a:lnTo>
                  <a:pt x="844245" y="108483"/>
                </a:lnTo>
                <a:lnTo>
                  <a:pt x="853541" y="131419"/>
                </a:lnTo>
                <a:lnTo>
                  <a:pt x="856488" y="160972"/>
                </a:lnTo>
                <a:lnTo>
                  <a:pt x="856488" y="346595"/>
                </a:lnTo>
                <a:lnTo>
                  <a:pt x="960602" y="346595"/>
                </a:lnTo>
                <a:lnTo>
                  <a:pt x="960602" y="148628"/>
                </a:lnTo>
                <a:close/>
              </a:path>
              <a:path w="1969770" h="351154">
                <a:moveTo>
                  <a:pt x="1337843" y="171919"/>
                </a:moveTo>
                <a:lnTo>
                  <a:pt x="1332293" y="123990"/>
                </a:lnTo>
                <a:lnTo>
                  <a:pt x="1316304" y="82296"/>
                </a:lnTo>
                <a:lnTo>
                  <a:pt x="1310640" y="74663"/>
                </a:lnTo>
                <a:lnTo>
                  <a:pt x="1290840" y="47955"/>
                </a:lnTo>
                <a:lnTo>
                  <a:pt x="1256868" y="22047"/>
                </a:lnTo>
                <a:lnTo>
                  <a:pt x="1230312" y="11595"/>
                </a:lnTo>
                <a:lnTo>
                  <a:pt x="1230312" y="174663"/>
                </a:lnTo>
                <a:lnTo>
                  <a:pt x="1225804" y="215353"/>
                </a:lnTo>
                <a:lnTo>
                  <a:pt x="1225702" y="216217"/>
                </a:lnTo>
                <a:lnTo>
                  <a:pt x="1212507" y="248208"/>
                </a:lnTo>
                <a:lnTo>
                  <a:pt x="1191590" y="268770"/>
                </a:lnTo>
                <a:lnTo>
                  <a:pt x="1163866" y="276034"/>
                </a:lnTo>
                <a:lnTo>
                  <a:pt x="1134376" y="268401"/>
                </a:lnTo>
                <a:lnTo>
                  <a:pt x="1112926" y="247269"/>
                </a:lnTo>
                <a:lnTo>
                  <a:pt x="1099820" y="215353"/>
                </a:lnTo>
                <a:lnTo>
                  <a:pt x="1095375" y="175348"/>
                </a:lnTo>
                <a:lnTo>
                  <a:pt x="1099146" y="138811"/>
                </a:lnTo>
                <a:lnTo>
                  <a:pt x="1111135" y="106502"/>
                </a:lnTo>
                <a:lnTo>
                  <a:pt x="1132306" y="83515"/>
                </a:lnTo>
                <a:lnTo>
                  <a:pt x="1132154" y="83515"/>
                </a:lnTo>
                <a:lnTo>
                  <a:pt x="1163866" y="74663"/>
                </a:lnTo>
                <a:lnTo>
                  <a:pt x="1194752" y="83515"/>
                </a:lnTo>
                <a:lnTo>
                  <a:pt x="1194333" y="83515"/>
                </a:lnTo>
                <a:lnTo>
                  <a:pt x="1214805" y="106159"/>
                </a:lnTo>
                <a:lnTo>
                  <a:pt x="1226578" y="138226"/>
                </a:lnTo>
                <a:lnTo>
                  <a:pt x="1230312" y="174663"/>
                </a:lnTo>
                <a:lnTo>
                  <a:pt x="1230312" y="11595"/>
                </a:lnTo>
                <a:lnTo>
                  <a:pt x="1215364" y="5702"/>
                </a:lnTo>
                <a:lnTo>
                  <a:pt x="1167295" y="0"/>
                </a:lnTo>
                <a:lnTo>
                  <a:pt x="1115822" y="5702"/>
                </a:lnTo>
                <a:lnTo>
                  <a:pt x="1116241" y="5702"/>
                </a:lnTo>
                <a:lnTo>
                  <a:pt x="1072565" y="22047"/>
                </a:lnTo>
                <a:lnTo>
                  <a:pt x="1036980" y="48209"/>
                </a:lnTo>
                <a:lnTo>
                  <a:pt x="1010310" y="83515"/>
                </a:lnTo>
                <a:lnTo>
                  <a:pt x="993609" y="127076"/>
                </a:lnTo>
                <a:lnTo>
                  <a:pt x="987831" y="178079"/>
                </a:lnTo>
                <a:lnTo>
                  <a:pt x="993787" y="227736"/>
                </a:lnTo>
                <a:lnTo>
                  <a:pt x="993863" y="228447"/>
                </a:lnTo>
                <a:lnTo>
                  <a:pt x="1010996" y="270929"/>
                </a:lnTo>
                <a:lnTo>
                  <a:pt x="1037742" y="304977"/>
                </a:lnTo>
                <a:lnTo>
                  <a:pt x="1072667" y="329996"/>
                </a:lnTo>
                <a:lnTo>
                  <a:pt x="1114285" y="345427"/>
                </a:lnTo>
                <a:lnTo>
                  <a:pt x="1161122" y="350697"/>
                </a:lnTo>
                <a:lnTo>
                  <a:pt x="1205369" y="345960"/>
                </a:lnTo>
                <a:lnTo>
                  <a:pt x="1246822" y="331597"/>
                </a:lnTo>
                <a:lnTo>
                  <a:pt x="1283131" y="307289"/>
                </a:lnTo>
                <a:lnTo>
                  <a:pt x="1309230" y="276034"/>
                </a:lnTo>
                <a:lnTo>
                  <a:pt x="1311973" y="272757"/>
                </a:lnTo>
                <a:lnTo>
                  <a:pt x="1330985" y="227736"/>
                </a:lnTo>
                <a:lnTo>
                  <a:pt x="1337843" y="171919"/>
                </a:lnTo>
                <a:close/>
              </a:path>
              <a:path w="1969770" h="351154">
                <a:moveTo>
                  <a:pt x="1636318" y="13716"/>
                </a:moveTo>
                <a:lnTo>
                  <a:pt x="1618513" y="8216"/>
                </a:lnTo>
                <a:lnTo>
                  <a:pt x="1598650" y="4127"/>
                </a:lnTo>
                <a:lnTo>
                  <a:pt x="1577759" y="1574"/>
                </a:lnTo>
                <a:lnTo>
                  <a:pt x="1556867" y="698"/>
                </a:lnTo>
                <a:lnTo>
                  <a:pt x="1499374" y="7086"/>
                </a:lnTo>
                <a:lnTo>
                  <a:pt x="1451737" y="25107"/>
                </a:lnTo>
                <a:lnTo>
                  <a:pt x="1414221" y="53009"/>
                </a:lnTo>
                <a:lnTo>
                  <a:pt x="1387094" y="89077"/>
                </a:lnTo>
                <a:lnTo>
                  <a:pt x="1370622" y="131584"/>
                </a:lnTo>
                <a:lnTo>
                  <a:pt x="1365072" y="178790"/>
                </a:lnTo>
                <a:lnTo>
                  <a:pt x="1370698" y="227850"/>
                </a:lnTo>
                <a:lnTo>
                  <a:pt x="1387017" y="269760"/>
                </a:lnTo>
                <a:lnTo>
                  <a:pt x="1413192" y="303707"/>
                </a:lnTo>
                <a:lnTo>
                  <a:pt x="1448384" y="328917"/>
                </a:lnTo>
                <a:lnTo>
                  <a:pt x="1491767" y="344614"/>
                </a:lnTo>
                <a:lnTo>
                  <a:pt x="1542478" y="350024"/>
                </a:lnTo>
                <a:lnTo>
                  <a:pt x="1571205" y="348818"/>
                </a:lnTo>
                <a:lnTo>
                  <a:pt x="1618869" y="340487"/>
                </a:lnTo>
                <a:lnTo>
                  <a:pt x="1623314" y="257543"/>
                </a:lnTo>
                <a:lnTo>
                  <a:pt x="1610817" y="262153"/>
                </a:lnTo>
                <a:lnTo>
                  <a:pt x="1596847" y="265595"/>
                </a:lnTo>
                <a:lnTo>
                  <a:pt x="1581200" y="267766"/>
                </a:lnTo>
                <a:lnTo>
                  <a:pt x="1563712" y="268516"/>
                </a:lnTo>
                <a:lnTo>
                  <a:pt x="1527987" y="262420"/>
                </a:lnTo>
                <a:lnTo>
                  <a:pt x="1498815" y="244449"/>
                </a:lnTo>
                <a:lnTo>
                  <a:pt x="1479156" y="215061"/>
                </a:lnTo>
                <a:lnTo>
                  <a:pt x="1471942" y="174675"/>
                </a:lnTo>
                <a:lnTo>
                  <a:pt x="1477962" y="136893"/>
                </a:lnTo>
                <a:lnTo>
                  <a:pt x="1495996" y="107213"/>
                </a:lnTo>
                <a:lnTo>
                  <a:pt x="1524431" y="87795"/>
                </a:lnTo>
                <a:lnTo>
                  <a:pt x="1561655" y="80835"/>
                </a:lnTo>
                <a:lnTo>
                  <a:pt x="1580578" y="81673"/>
                </a:lnTo>
                <a:lnTo>
                  <a:pt x="1596415" y="83921"/>
                </a:lnTo>
                <a:lnTo>
                  <a:pt x="1609432" y="87185"/>
                </a:lnTo>
                <a:lnTo>
                  <a:pt x="1619872" y="91097"/>
                </a:lnTo>
                <a:lnTo>
                  <a:pt x="1636318" y="13716"/>
                </a:lnTo>
                <a:close/>
              </a:path>
              <a:path w="1969770" h="351154">
                <a:moveTo>
                  <a:pt x="1969706" y="343166"/>
                </a:moveTo>
                <a:lnTo>
                  <a:pt x="1967141" y="327291"/>
                </a:lnTo>
                <a:lnTo>
                  <a:pt x="1965604" y="309587"/>
                </a:lnTo>
                <a:lnTo>
                  <a:pt x="1965426" y="307632"/>
                </a:lnTo>
                <a:lnTo>
                  <a:pt x="1964550" y="286537"/>
                </a:lnTo>
                <a:lnTo>
                  <a:pt x="1964512" y="285661"/>
                </a:lnTo>
                <a:lnTo>
                  <a:pt x="1964423" y="277406"/>
                </a:lnTo>
                <a:lnTo>
                  <a:pt x="1964296" y="267550"/>
                </a:lnTo>
                <a:lnTo>
                  <a:pt x="1964245" y="184937"/>
                </a:lnTo>
                <a:lnTo>
                  <a:pt x="1964245" y="145211"/>
                </a:lnTo>
                <a:lnTo>
                  <a:pt x="1959711" y="99593"/>
                </a:lnTo>
                <a:lnTo>
                  <a:pt x="1944801" y="59766"/>
                </a:lnTo>
                <a:lnTo>
                  <a:pt x="1917484" y="28232"/>
                </a:lnTo>
                <a:lnTo>
                  <a:pt x="1875777" y="7467"/>
                </a:lnTo>
                <a:lnTo>
                  <a:pt x="1863547" y="5905"/>
                </a:lnTo>
                <a:lnTo>
                  <a:pt x="1863547" y="184937"/>
                </a:lnTo>
                <a:lnTo>
                  <a:pt x="1863547" y="227406"/>
                </a:lnTo>
                <a:lnTo>
                  <a:pt x="1841373" y="266192"/>
                </a:lnTo>
                <a:lnTo>
                  <a:pt x="1807375" y="277406"/>
                </a:lnTo>
                <a:lnTo>
                  <a:pt x="1791131" y="274955"/>
                </a:lnTo>
                <a:lnTo>
                  <a:pt x="1778101" y="267550"/>
                </a:lnTo>
                <a:lnTo>
                  <a:pt x="1769440" y="255155"/>
                </a:lnTo>
                <a:lnTo>
                  <a:pt x="1766290" y="237680"/>
                </a:lnTo>
                <a:lnTo>
                  <a:pt x="1773783" y="212674"/>
                </a:lnTo>
                <a:lnTo>
                  <a:pt x="1794370" y="196405"/>
                </a:lnTo>
                <a:lnTo>
                  <a:pt x="1825244" y="187591"/>
                </a:lnTo>
                <a:lnTo>
                  <a:pt x="1863547" y="184937"/>
                </a:lnTo>
                <a:lnTo>
                  <a:pt x="1863547" y="5905"/>
                </a:lnTo>
                <a:lnTo>
                  <a:pt x="1817674" y="0"/>
                </a:lnTo>
                <a:lnTo>
                  <a:pt x="1774888" y="2882"/>
                </a:lnTo>
                <a:lnTo>
                  <a:pt x="1738464" y="10185"/>
                </a:lnTo>
                <a:lnTo>
                  <a:pt x="1709102" y="19939"/>
                </a:lnTo>
                <a:lnTo>
                  <a:pt x="1687512" y="30149"/>
                </a:lnTo>
                <a:lnTo>
                  <a:pt x="1706702" y="97256"/>
                </a:lnTo>
                <a:lnTo>
                  <a:pt x="1725574" y="87528"/>
                </a:lnTo>
                <a:lnTo>
                  <a:pt x="1748307" y="79451"/>
                </a:lnTo>
                <a:lnTo>
                  <a:pt x="1773351" y="73952"/>
                </a:lnTo>
                <a:lnTo>
                  <a:pt x="1799158" y="71907"/>
                </a:lnTo>
                <a:lnTo>
                  <a:pt x="1830349" y="76161"/>
                </a:lnTo>
                <a:lnTo>
                  <a:pt x="1848904" y="86893"/>
                </a:lnTo>
                <a:lnTo>
                  <a:pt x="1857819" y="101104"/>
                </a:lnTo>
                <a:lnTo>
                  <a:pt x="1860130" y="115760"/>
                </a:lnTo>
                <a:lnTo>
                  <a:pt x="1860130" y="119875"/>
                </a:lnTo>
                <a:lnTo>
                  <a:pt x="1804416" y="123317"/>
                </a:lnTo>
                <a:lnTo>
                  <a:pt x="1756498" y="133743"/>
                </a:lnTo>
                <a:lnTo>
                  <a:pt x="1717395" y="151282"/>
                </a:lnTo>
                <a:lnTo>
                  <a:pt x="1688185" y="176085"/>
                </a:lnTo>
                <a:lnTo>
                  <a:pt x="1669884" y="208254"/>
                </a:lnTo>
                <a:lnTo>
                  <a:pt x="1663547" y="247954"/>
                </a:lnTo>
                <a:lnTo>
                  <a:pt x="1670926" y="286537"/>
                </a:lnTo>
                <a:lnTo>
                  <a:pt x="1692224" y="319354"/>
                </a:lnTo>
                <a:lnTo>
                  <a:pt x="1726247" y="342163"/>
                </a:lnTo>
                <a:lnTo>
                  <a:pt x="1771764" y="350697"/>
                </a:lnTo>
                <a:lnTo>
                  <a:pt x="1800428" y="348030"/>
                </a:lnTo>
                <a:lnTo>
                  <a:pt x="1826387" y="340169"/>
                </a:lnTo>
                <a:lnTo>
                  <a:pt x="1849018" y="327291"/>
                </a:lnTo>
                <a:lnTo>
                  <a:pt x="1867662" y="309587"/>
                </a:lnTo>
                <a:lnTo>
                  <a:pt x="1869706" y="309587"/>
                </a:lnTo>
                <a:lnTo>
                  <a:pt x="1875878" y="343166"/>
                </a:lnTo>
                <a:lnTo>
                  <a:pt x="1969706" y="343166"/>
                </a:lnTo>
                <a:close/>
              </a:path>
            </a:pathLst>
          </a:custGeom>
          <a:solidFill>
            <a:srgbClr val="0000FC"/>
          </a:solidFill>
        </p:spPr>
        <p:txBody>
          <a:bodyPr wrap="square" lIns="0" tIns="0" rIns="0" bIns="0" rtlCol="0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sz="1092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51DD6C6D-4872-35FE-3152-4E4E9C28EB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52031" y="1206278"/>
            <a:ext cx="4487937" cy="4445444"/>
          </a:xfrm>
          <a:prstGeom prst="rect">
            <a:avLst/>
          </a:prstGeom>
        </p:spPr>
      </p:pic>
      <p:sp>
        <p:nvSpPr>
          <p:cNvPr id="6" name="TextBox 7">
            <a:extLst>
              <a:ext uri="{FF2B5EF4-FFF2-40B4-BE49-F238E27FC236}">
                <a16:creationId xmlns:a16="http://schemas.microsoft.com/office/drawing/2014/main" id="{5BB7CBC4-3D23-47D7-2993-A42C586CCAD8}"/>
              </a:ext>
            </a:extLst>
          </p:cNvPr>
          <p:cNvSpPr txBox="1"/>
          <p:nvPr/>
        </p:nvSpPr>
        <p:spPr>
          <a:xfrm>
            <a:off x="2081482" y="1703613"/>
            <a:ext cx="1770549" cy="341632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r">
              <a:lnSpc>
                <a:spcPts val="1820"/>
              </a:lnSpc>
              <a:spcAft>
                <a:spcPts val="520"/>
              </a:spcAft>
            </a:pPr>
            <a:r>
              <a:rPr sz="1600" b="1" dirty="0">
                <a:solidFill>
                  <a:srgbClr val="2D3748"/>
                </a:solidFill>
                <a:latin typeface="+mj-lt"/>
              </a:rPr>
              <a:t>Artan </a:t>
            </a:r>
            <a:r>
              <a:rPr lang="tr-TR" sz="1600" b="1" dirty="0">
                <a:solidFill>
                  <a:srgbClr val="2D3748"/>
                </a:solidFill>
                <a:latin typeface="+mj-lt"/>
              </a:rPr>
              <a:t>Satış ve Gelir</a:t>
            </a:r>
            <a:endParaRPr sz="1600" b="1" dirty="0">
              <a:solidFill>
                <a:srgbClr val="2D3748"/>
              </a:solidFill>
              <a:latin typeface="+mj-lt"/>
            </a:endParaRPr>
          </a:p>
        </p:txBody>
      </p:sp>
      <p:sp>
        <p:nvSpPr>
          <p:cNvPr id="7" name="TextBox 8">
            <a:extLst>
              <a:ext uri="{FF2B5EF4-FFF2-40B4-BE49-F238E27FC236}">
                <a16:creationId xmlns:a16="http://schemas.microsoft.com/office/drawing/2014/main" id="{67862C62-D16D-2526-25D5-2B5591F4892E}"/>
              </a:ext>
            </a:extLst>
          </p:cNvPr>
          <p:cNvSpPr txBox="1"/>
          <p:nvPr/>
        </p:nvSpPr>
        <p:spPr>
          <a:xfrm>
            <a:off x="1932431" y="2130126"/>
            <a:ext cx="1919599" cy="555408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1200" dirty="0">
                <a:solidFill>
                  <a:srgbClr val="4A5568"/>
                </a:solidFill>
              </a:rPr>
              <a:t>Çapraz satış ile ortalama sepet değerini artırma</a:t>
            </a:r>
          </a:p>
        </p:txBody>
      </p:sp>
      <p:sp>
        <p:nvSpPr>
          <p:cNvPr id="14" name="TextBox 12">
            <a:extLst>
              <a:ext uri="{FF2B5EF4-FFF2-40B4-BE49-F238E27FC236}">
                <a16:creationId xmlns:a16="http://schemas.microsoft.com/office/drawing/2014/main" id="{5C2FBD66-DF8B-1623-ACD1-325A5CEC3F2A}"/>
              </a:ext>
            </a:extLst>
          </p:cNvPr>
          <p:cNvSpPr txBox="1"/>
          <p:nvPr/>
        </p:nvSpPr>
        <p:spPr>
          <a:xfrm>
            <a:off x="8339968" y="1874429"/>
            <a:ext cx="2425279" cy="341632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>
              <a:lnSpc>
                <a:spcPts val="1820"/>
              </a:lnSpc>
              <a:spcAft>
                <a:spcPts val="520"/>
              </a:spcAft>
            </a:pPr>
            <a:r>
              <a:rPr lang="tr-TR" sz="1600" b="1" dirty="0">
                <a:solidFill>
                  <a:srgbClr val="2D3748"/>
                </a:solidFill>
                <a:latin typeface="+mj-lt"/>
              </a:rPr>
              <a:t>Gelişmiş Müşteri Deneyimi</a:t>
            </a:r>
          </a:p>
        </p:txBody>
      </p:sp>
      <p:sp>
        <p:nvSpPr>
          <p:cNvPr id="15" name="TextBox 13">
            <a:extLst>
              <a:ext uri="{FF2B5EF4-FFF2-40B4-BE49-F238E27FC236}">
                <a16:creationId xmlns:a16="http://schemas.microsoft.com/office/drawing/2014/main" id="{09C905F8-18FB-4553-2251-959888697516}"/>
              </a:ext>
            </a:extLst>
          </p:cNvPr>
          <p:cNvSpPr txBox="1"/>
          <p:nvPr/>
        </p:nvSpPr>
        <p:spPr>
          <a:xfrm>
            <a:off x="8339969" y="2167592"/>
            <a:ext cx="2000418" cy="555408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>
              <a:lnSpc>
                <a:spcPts val="1820"/>
              </a:lnSpc>
            </a:pPr>
            <a:r>
              <a:rPr lang="tr-TR" sz="1200" dirty="0">
                <a:solidFill>
                  <a:srgbClr val="4A5568"/>
                </a:solidFill>
                <a:latin typeface="+mj-lt"/>
              </a:rPr>
              <a:t>Kişiselleştirilmiş önerilerle müşteri memnuniyeti</a:t>
            </a:r>
          </a:p>
        </p:txBody>
      </p:sp>
      <p:sp>
        <p:nvSpPr>
          <p:cNvPr id="16" name="TextBox 22">
            <a:extLst>
              <a:ext uri="{FF2B5EF4-FFF2-40B4-BE49-F238E27FC236}">
                <a16:creationId xmlns:a16="http://schemas.microsoft.com/office/drawing/2014/main" id="{5E517874-7CBD-024D-61F7-922AF49AE4E6}"/>
              </a:ext>
            </a:extLst>
          </p:cNvPr>
          <p:cNvSpPr txBox="1"/>
          <p:nvPr/>
        </p:nvSpPr>
        <p:spPr>
          <a:xfrm>
            <a:off x="8339968" y="4259041"/>
            <a:ext cx="2000419" cy="341632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>
              <a:lnSpc>
                <a:spcPts val="1820"/>
              </a:lnSpc>
              <a:spcAft>
                <a:spcPts val="520"/>
              </a:spcAft>
            </a:pPr>
            <a:r>
              <a:rPr sz="1600" b="1" dirty="0" err="1">
                <a:solidFill>
                  <a:srgbClr val="2D3748"/>
                </a:solidFill>
                <a:latin typeface="+mj-lt"/>
              </a:rPr>
              <a:t>Veriye</a:t>
            </a:r>
            <a:r>
              <a:rPr sz="1600" b="1" dirty="0">
                <a:solidFill>
                  <a:srgbClr val="2D3748"/>
                </a:solidFill>
                <a:latin typeface="+mj-lt"/>
              </a:rPr>
              <a:t> </a:t>
            </a:r>
            <a:r>
              <a:rPr sz="1600" b="1" dirty="0" err="1">
                <a:solidFill>
                  <a:srgbClr val="2D3748"/>
                </a:solidFill>
                <a:latin typeface="+mj-lt"/>
              </a:rPr>
              <a:t>Dayalı</a:t>
            </a:r>
            <a:r>
              <a:rPr sz="1600" b="1" dirty="0">
                <a:solidFill>
                  <a:srgbClr val="2D3748"/>
                </a:solidFill>
                <a:latin typeface="+mj-lt"/>
              </a:rPr>
              <a:t> </a:t>
            </a:r>
            <a:r>
              <a:rPr lang="tr-TR" sz="1600" b="1" dirty="0">
                <a:solidFill>
                  <a:srgbClr val="2D3748"/>
                </a:solidFill>
                <a:latin typeface="+mj-lt"/>
              </a:rPr>
              <a:t>Öneriler</a:t>
            </a:r>
            <a:endParaRPr sz="1600" b="1" dirty="0">
              <a:solidFill>
                <a:srgbClr val="2D3748"/>
              </a:solidFill>
              <a:latin typeface="+mj-lt"/>
            </a:endParaRPr>
          </a:p>
        </p:txBody>
      </p:sp>
      <p:sp>
        <p:nvSpPr>
          <p:cNvPr id="17" name="TextBox 23">
            <a:extLst>
              <a:ext uri="{FF2B5EF4-FFF2-40B4-BE49-F238E27FC236}">
                <a16:creationId xmlns:a16="http://schemas.microsoft.com/office/drawing/2014/main" id="{5020AE49-0B21-9F80-5D8A-36F86362CDEB}"/>
              </a:ext>
            </a:extLst>
          </p:cNvPr>
          <p:cNvSpPr txBox="1"/>
          <p:nvPr/>
        </p:nvSpPr>
        <p:spPr>
          <a:xfrm>
            <a:off x="8339969" y="4552203"/>
            <a:ext cx="1850512" cy="555408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>
              <a:lnSpc>
                <a:spcPts val="1820"/>
              </a:lnSpc>
            </a:pPr>
            <a:r>
              <a:rPr lang="tr-TR" sz="1200" dirty="0">
                <a:solidFill>
                  <a:srgbClr val="4A5568"/>
                </a:solidFill>
                <a:latin typeface="+mj-lt"/>
              </a:rPr>
              <a:t>Veriye dayalı optimize edilmiş tavsiyeler</a:t>
            </a:r>
          </a:p>
        </p:txBody>
      </p:sp>
      <p:pic>
        <p:nvPicPr>
          <p:cNvPr id="18" name="Picture 6" descr="image.png">
            <a:extLst>
              <a:ext uri="{FF2B5EF4-FFF2-40B4-BE49-F238E27FC236}">
                <a16:creationId xmlns:a16="http://schemas.microsoft.com/office/drawing/2014/main" id="{399E2DFB-86FE-E5BC-6D4D-07A09031186F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00480" y="2042246"/>
            <a:ext cx="680374" cy="365584"/>
          </a:xfrm>
          <a:prstGeom prst="rect">
            <a:avLst/>
          </a:prstGeom>
        </p:spPr>
      </p:pic>
      <p:pic>
        <p:nvPicPr>
          <p:cNvPr id="19" name="Picture 11" descr="image.png">
            <a:extLst>
              <a:ext uri="{FF2B5EF4-FFF2-40B4-BE49-F238E27FC236}">
                <a16:creationId xmlns:a16="http://schemas.microsoft.com/office/drawing/2014/main" id="{CD1345BB-0CEF-81E0-15A4-B383734F337F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/>
            <a:biLevel thresh="50000"/>
          </a:blip>
          <a:stretch>
            <a:fillRect/>
          </a:stretch>
        </p:blipFill>
        <p:spPr>
          <a:xfrm>
            <a:off x="7011145" y="1958494"/>
            <a:ext cx="711320" cy="493690"/>
          </a:xfrm>
          <a:prstGeom prst="rect">
            <a:avLst/>
          </a:prstGeom>
        </p:spPr>
      </p:pic>
      <p:pic>
        <p:nvPicPr>
          <p:cNvPr id="20" name="Picture 16" descr="image.png">
            <a:extLst>
              <a:ext uri="{FF2B5EF4-FFF2-40B4-BE49-F238E27FC236}">
                <a16:creationId xmlns:a16="http://schemas.microsoft.com/office/drawing/2014/main" id="{D55E18AB-D5FE-4EF9-177A-E8EA43CB6A17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/>
            <a:biLevel thresh="25000"/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colorTemperature colorTemp="1500"/>
                    </a14:imgEffect>
                    <a14:imgEffect>
                      <a14:saturation sat="4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512645" y="4426855"/>
            <a:ext cx="606557" cy="506987"/>
          </a:xfrm>
          <a:prstGeom prst="rect">
            <a:avLst/>
          </a:prstGeom>
          <a:noFill/>
        </p:spPr>
      </p:pic>
      <p:pic>
        <p:nvPicPr>
          <p:cNvPr id="21" name="Picture 21" descr="image.png">
            <a:extLst>
              <a:ext uri="{FF2B5EF4-FFF2-40B4-BE49-F238E27FC236}">
                <a16:creationId xmlns:a16="http://schemas.microsoft.com/office/drawing/2014/main" id="{E362C017-0C99-43DD-DD6F-8E7130CA7A2E}"/>
              </a:ext>
            </a:extLst>
          </p:cNvPr>
          <p:cNvPicPr>
            <a:picLocks noChangeAspect="1"/>
          </p:cNvPicPr>
          <p:nvPr/>
        </p:nvPicPr>
        <p:blipFill>
          <a:blip r:embed="rId8">
            <a:alphaModFix/>
            <a:biLevel thresh="25000"/>
          </a:blip>
          <a:stretch>
            <a:fillRect/>
          </a:stretch>
        </p:blipFill>
        <p:spPr>
          <a:xfrm>
            <a:off x="7011145" y="4409649"/>
            <a:ext cx="668209" cy="493690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DAC0E7C0-24D2-73A2-2A4B-54C7D2B7BB8E}"/>
              </a:ext>
            </a:extLst>
          </p:cNvPr>
          <p:cNvSpPr txBox="1"/>
          <p:nvPr/>
        </p:nvSpPr>
        <p:spPr>
          <a:xfrm>
            <a:off x="3525030" y="5780263"/>
            <a:ext cx="4727513" cy="341632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dirty="0" err="1">
                <a:solidFill>
                  <a:srgbClr val="2D3748"/>
                </a:solidFill>
                <a:latin typeface="Montserrat"/>
              </a:rPr>
              <a:t>Ölçülebilir</a:t>
            </a:r>
            <a:r>
              <a:rPr sz="1196" b="0" dirty="0">
                <a:solidFill>
                  <a:srgbClr val="E0F2FE"/>
                </a:solidFill>
                <a:latin typeface="Poppins"/>
              </a:rPr>
              <a:t> </a:t>
            </a:r>
            <a:r>
              <a:rPr sz="1600" b="1" dirty="0" err="1">
                <a:solidFill>
                  <a:srgbClr val="2D3748"/>
                </a:solidFill>
                <a:latin typeface="Montserrat"/>
              </a:rPr>
              <a:t>Etki</a:t>
            </a:r>
            <a:r>
              <a:rPr sz="1196" b="0" dirty="0">
                <a:solidFill>
                  <a:srgbClr val="E0F2FE"/>
                </a:solidFill>
                <a:latin typeface="Poppins"/>
              </a:rPr>
              <a:t>: </a:t>
            </a:r>
            <a:r>
              <a:rPr lang="tr-TR" sz="1200" b="0" dirty="0">
                <a:solidFill>
                  <a:srgbClr val="4A5568"/>
                </a:solidFill>
                <a:latin typeface="Roboto"/>
              </a:rPr>
              <a:t>Sepet değerinde %20 %30 artış potansiyeli  </a:t>
            </a:r>
            <a:endParaRPr sz="1200" dirty="0">
              <a:solidFill>
                <a:srgbClr val="4A5568"/>
              </a:solidFill>
              <a:latin typeface="Roboto"/>
            </a:endParaRPr>
          </a:p>
        </p:txBody>
      </p:sp>
      <p:sp>
        <p:nvSpPr>
          <p:cNvPr id="11" name="TextBox 17">
            <a:extLst>
              <a:ext uri="{FF2B5EF4-FFF2-40B4-BE49-F238E27FC236}">
                <a16:creationId xmlns:a16="http://schemas.microsoft.com/office/drawing/2014/main" id="{082B0B1B-E152-8C27-8AC4-EE57A78DF827}"/>
              </a:ext>
            </a:extLst>
          </p:cNvPr>
          <p:cNvSpPr txBox="1"/>
          <p:nvPr/>
        </p:nvSpPr>
        <p:spPr>
          <a:xfrm>
            <a:off x="1495360" y="4223714"/>
            <a:ext cx="2342051" cy="341632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r">
              <a:lnSpc>
                <a:spcPts val="1820"/>
              </a:lnSpc>
              <a:spcBef>
                <a:spcPts val="0"/>
              </a:spcBef>
              <a:spcAft>
                <a:spcPts val="780"/>
              </a:spcAft>
            </a:pPr>
            <a:r>
              <a:rPr sz="1600" b="1" dirty="0">
                <a:solidFill>
                  <a:srgbClr val="2D3748"/>
                </a:solidFill>
                <a:latin typeface="+mj-lt"/>
              </a:rPr>
              <a:t>Yüksek </a:t>
            </a:r>
            <a:r>
              <a:rPr sz="1600" b="1" dirty="0" err="1">
                <a:solidFill>
                  <a:srgbClr val="2D3748"/>
                </a:solidFill>
                <a:latin typeface="+mj-lt"/>
              </a:rPr>
              <a:t>Dönüşüm</a:t>
            </a:r>
            <a:r>
              <a:rPr sz="1600" b="1" dirty="0">
                <a:solidFill>
                  <a:srgbClr val="2D3748"/>
                </a:solidFill>
                <a:latin typeface="+mj-lt"/>
              </a:rPr>
              <a:t> </a:t>
            </a:r>
            <a:r>
              <a:rPr sz="1600" b="1" dirty="0" err="1">
                <a:solidFill>
                  <a:srgbClr val="2D3748"/>
                </a:solidFill>
                <a:latin typeface="+mj-lt"/>
              </a:rPr>
              <a:t>Oranları</a:t>
            </a:r>
            <a:endParaRPr sz="1600" b="1" dirty="0">
              <a:solidFill>
                <a:srgbClr val="2D3748"/>
              </a:solidFill>
              <a:latin typeface="+mj-lt"/>
            </a:endParaRPr>
          </a:p>
        </p:txBody>
      </p:sp>
      <p:sp>
        <p:nvSpPr>
          <p:cNvPr id="12" name="TextBox 18">
            <a:extLst>
              <a:ext uri="{FF2B5EF4-FFF2-40B4-BE49-F238E27FC236}">
                <a16:creationId xmlns:a16="http://schemas.microsoft.com/office/drawing/2014/main" id="{B309B851-9B4F-E047-DD10-B647018BED00}"/>
              </a:ext>
            </a:extLst>
          </p:cNvPr>
          <p:cNvSpPr txBox="1"/>
          <p:nvPr/>
        </p:nvSpPr>
        <p:spPr>
          <a:xfrm>
            <a:off x="1259165" y="4656348"/>
            <a:ext cx="2581091" cy="32438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 dirty="0">
                <a:solidFill>
                  <a:srgbClr val="4A5568"/>
                </a:solidFill>
                <a:latin typeface="+mj-lt"/>
              </a:rPr>
              <a:t>Doğru </a:t>
            </a:r>
            <a:r>
              <a:rPr sz="1196" b="0" dirty="0" err="1">
                <a:solidFill>
                  <a:srgbClr val="4A5568"/>
                </a:solidFill>
                <a:latin typeface="+mj-lt"/>
              </a:rPr>
              <a:t>ürünleri</a:t>
            </a:r>
            <a:r>
              <a:rPr sz="1196" b="0" dirty="0">
                <a:solidFill>
                  <a:srgbClr val="4A5568"/>
                </a:solidFill>
                <a:latin typeface="+mj-lt"/>
              </a:rPr>
              <a:t> </a:t>
            </a:r>
            <a:r>
              <a:rPr sz="1196" b="0" dirty="0" err="1">
                <a:solidFill>
                  <a:srgbClr val="4A5568"/>
                </a:solidFill>
                <a:latin typeface="+mj-lt"/>
              </a:rPr>
              <a:t>doğru</a:t>
            </a:r>
            <a:r>
              <a:rPr sz="1196" b="0" dirty="0">
                <a:solidFill>
                  <a:srgbClr val="4A5568"/>
                </a:solidFill>
                <a:latin typeface="+mj-lt"/>
              </a:rPr>
              <a:t> </a:t>
            </a:r>
            <a:r>
              <a:rPr sz="1196" b="0" dirty="0" err="1">
                <a:solidFill>
                  <a:srgbClr val="4A5568"/>
                </a:solidFill>
                <a:latin typeface="+mj-lt"/>
              </a:rPr>
              <a:t>zamanda</a:t>
            </a:r>
            <a:r>
              <a:rPr sz="1196" b="0" dirty="0">
                <a:solidFill>
                  <a:srgbClr val="4A5568"/>
                </a:solidFill>
                <a:latin typeface="+mj-lt"/>
              </a:rPr>
              <a:t> </a:t>
            </a:r>
            <a:r>
              <a:rPr sz="1196" b="0" dirty="0" err="1">
                <a:solidFill>
                  <a:srgbClr val="4A5568"/>
                </a:solidFill>
                <a:latin typeface="+mj-lt"/>
              </a:rPr>
              <a:t>önerme</a:t>
            </a:r>
            <a:endParaRPr sz="1196" b="0" dirty="0">
              <a:solidFill>
                <a:srgbClr val="4A5568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4138437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50003C-3A1F-E3BC-AA6B-65C22FD6D3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object 3">
            <a:extLst>
              <a:ext uri="{FF2B5EF4-FFF2-40B4-BE49-F238E27FC236}">
                <a16:creationId xmlns:a16="http://schemas.microsoft.com/office/drawing/2014/main" id="{076B6765-67D9-6C80-52E9-AF12345E2EAF}"/>
              </a:ext>
            </a:extLst>
          </p:cNvPr>
          <p:cNvSpPr>
            <a:spLocks noChangeAspect="1"/>
          </p:cNvSpPr>
          <p:nvPr/>
        </p:nvSpPr>
        <p:spPr>
          <a:xfrm>
            <a:off x="244769" y="-1438805"/>
            <a:ext cx="1314417" cy="3235678"/>
          </a:xfrm>
          <a:custGeom>
            <a:avLst/>
            <a:gdLst/>
            <a:ahLst/>
            <a:cxnLst/>
            <a:rect l="l" t="t" r="r" b="b"/>
            <a:pathLst>
              <a:path w="1755775" h="3842385">
                <a:moveTo>
                  <a:pt x="1755433" y="0"/>
                </a:moveTo>
                <a:lnTo>
                  <a:pt x="0" y="0"/>
                </a:lnTo>
                <a:lnTo>
                  <a:pt x="1" y="2964216"/>
                </a:lnTo>
                <a:lnTo>
                  <a:pt x="1298" y="3012375"/>
                </a:lnTo>
                <a:lnTo>
                  <a:pt x="5150" y="3059855"/>
                </a:lnTo>
                <a:lnTo>
                  <a:pt x="11487" y="3106589"/>
                </a:lnTo>
                <a:lnTo>
                  <a:pt x="20244" y="3152510"/>
                </a:lnTo>
                <a:lnTo>
                  <a:pt x="31353" y="3197552"/>
                </a:lnTo>
                <a:lnTo>
                  <a:pt x="44747" y="3241647"/>
                </a:lnTo>
                <a:lnTo>
                  <a:pt x="60359" y="3284729"/>
                </a:lnTo>
                <a:lnTo>
                  <a:pt x="78122" y="3326730"/>
                </a:lnTo>
                <a:lnTo>
                  <a:pt x="97969" y="3367583"/>
                </a:lnTo>
                <a:lnTo>
                  <a:pt x="119834" y="3407223"/>
                </a:lnTo>
                <a:lnTo>
                  <a:pt x="143650" y="3445581"/>
                </a:lnTo>
                <a:lnTo>
                  <a:pt x="169349" y="3482591"/>
                </a:lnTo>
                <a:lnTo>
                  <a:pt x="196865" y="3518185"/>
                </a:lnTo>
                <a:lnTo>
                  <a:pt x="226130" y="3552298"/>
                </a:lnTo>
                <a:lnTo>
                  <a:pt x="257078" y="3584862"/>
                </a:lnTo>
                <a:lnTo>
                  <a:pt x="289642" y="3615810"/>
                </a:lnTo>
                <a:lnTo>
                  <a:pt x="323755" y="3645075"/>
                </a:lnTo>
                <a:lnTo>
                  <a:pt x="359349" y="3672591"/>
                </a:lnTo>
                <a:lnTo>
                  <a:pt x="396359" y="3698290"/>
                </a:lnTo>
                <a:lnTo>
                  <a:pt x="434717" y="3722105"/>
                </a:lnTo>
                <a:lnTo>
                  <a:pt x="474355" y="3743970"/>
                </a:lnTo>
                <a:lnTo>
                  <a:pt x="515208" y="3763817"/>
                </a:lnTo>
                <a:lnTo>
                  <a:pt x="557209" y="3781580"/>
                </a:lnTo>
                <a:lnTo>
                  <a:pt x="600289" y="3797192"/>
                </a:lnTo>
                <a:lnTo>
                  <a:pt x="644383" y="3810585"/>
                </a:lnTo>
                <a:lnTo>
                  <a:pt x="689424" y="3821694"/>
                </a:lnTo>
                <a:lnTo>
                  <a:pt x="735343" y="3830450"/>
                </a:lnTo>
                <a:lnTo>
                  <a:pt x="782076" y="3836788"/>
                </a:lnTo>
                <a:lnTo>
                  <a:pt x="829554" y="3840639"/>
                </a:lnTo>
                <a:lnTo>
                  <a:pt x="877711" y="3841935"/>
                </a:lnTo>
                <a:lnTo>
                  <a:pt x="925869" y="3840639"/>
                </a:lnTo>
                <a:lnTo>
                  <a:pt x="973348" y="3836788"/>
                </a:lnTo>
                <a:lnTo>
                  <a:pt x="1020081" y="3830450"/>
                </a:lnTo>
                <a:lnTo>
                  <a:pt x="1066002" y="3821694"/>
                </a:lnTo>
                <a:lnTo>
                  <a:pt x="1111043" y="3810585"/>
                </a:lnTo>
                <a:lnTo>
                  <a:pt x="1155138" y="3797192"/>
                </a:lnTo>
                <a:lnTo>
                  <a:pt x="1198219" y="3781580"/>
                </a:lnTo>
                <a:lnTo>
                  <a:pt x="1240220" y="3763817"/>
                </a:lnTo>
                <a:lnTo>
                  <a:pt x="1281074" y="3743970"/>
                </a:lnTo>
                <a:lnTo>
                  <a:pt x="1320713" y="3722105"/>
                </a:lnTo>
                <a:lnTo>
                  <a:pt x="1359071" y="3698290"/>
                </a:lnTo>
                <a:lnTo>
                  <a:pt x="1396081" y="3672591"/>
                </a:lnTo>
                <a:lnTo>
                  <a:pt x="1431676" y="3645075"/>
                </a:lnTo>
                <a:lnTo>
                  <a:pt x="1465789" y="3615810"/>
                </a:lnTo>
                <a:lnTo>
                  <a:pt x="1498353" y="3584862"/>
                </a:lnTo>
                <a:lnTo>
                  <a:pt x="1529301" y="3552298"/>
                </a:lnTo>
                <a:lnTo>
                  <a:pt x="1558567" y="3518185"/>
                </a:lnTo>
                <a:lnTo>
                  <a:pt x="1586083" y="3482591"/>
                </a:lnTo>
                <a:lnTo>
                  <a:pt x="1611782" y="3445581"/>
                </a:lnTo>
                <a:lnTo>
                  <a:pt x="1635598" y="3407223"/>
                </a:lnTo>
                <a:lnTo>
                  <a:pt x="1657463" y="3367583"/>
                </a:lnTo>
                <a:lnTo>
                  <a:pt x="1677310" y="3326730"/>
                </a:lnTo>
                <a:lnTo>
                  <a:pt x="1695074" y="3284729"/>
                </a:lnTo>
                <a:lnTo>
                  <a:pt x="1710686" y="3241647"/>
                </a:lnTo>
                <a:lnTo>
                  <a:pt x="1724080" y="3197552"/>
                </a:lnTo>
                <a:lnTo>
                  <a:pt x="1735188" y="3152510"/>
                </a:lnTo>
                <a:lnTo>
                  <a:pt x="1743945" y="3106589"/>
                </a:lnTo>
                <a:lnTo>
                  <a:pt x="1750283" y="3059855"/>
                </a:lnTo>
                <a:lnTo>
                  <a:pt x="1754134" y="3012375"/>
                </a:lnTo>
                <a:lnTo>
                  <a:pt x="1755434" y="2964216"/>
                </a:lnTo>
                <a:lnTo>
                  <a:pt x="1755433" y="0"/>
                </a:lnTo>
                <a:close/>
              </a:path>
            </a:pathLst>
          </a:custGeom>
          <a:solidFill>
            <a:srgbClr val="B6CAFF">
              <a:alpha val="19999"/>
            </a:srgbClr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4" name="object 3">
            <a:extLst>
              <a:ext uri="{FF2B5EF4-FFF2-40B4-BE49-F238E27FC236}">
                <a16:creationId xmlns:a16="http://schemas.microsoft.com/office/drawing/2014/main" id="{E7B42F3E-77A9-54AD-9DCC-4C0EBED0FAFE}"/>
              </a:ext>
            </a:extLst>
          </p:cNvPr>
          <p:cNvSpPr/>
          <p:nvPr/>
        </p:nvSpPr>
        <p:spPr>
          <a:xfrm rot="10800000">
            <a:off x="10696639" y="3616424"/>
            <a:ext cx="1314417" cy="3358950"/>
          </a:xfrm>
          <a:custGeom>
            <a:avLst/>
            <a:gdLst/>
            <a:ahLst/>
            <a:cxnLst/>
            <a:rect l="l" t="t" r="r" b="b"/>
            <a:pathLst>
              <a:path w="1755775" h="3842385">
                <a:moveTo>
                  <a:pt x="1755433" y="0"/>
                </a:moveTo>
                <a:lnTo>
                  <a:pt x="0" y="0"/>
                </a:lnTo>
                <a:lnTo>
                  <a:pt x="1" y="2964216"/>
                </a:lnTo>
                <a:lnTo>
                  <a:pt x="1298" y="3012375"/>
                </a:lnTo>
                <a:lnTo>
                  <a:pt x="5150" y="3059855"/>
                </a:lnTo>
                <a:lnTo>
                  <a:pt x="11487" y="3106589"/>
                </a:lnTo>
                <a:lnTo>
                  <a:pt x="20244" y="3152510"/>
                </a:lnTo>
                <a:lnTo>
                  <a:pt x="31353" y="3197552"/>
                </a:lnTo>
                <a:lnTo>
                  <a:pt x="44747" y="3241647"/>
                </a:lnTo>
                <a:lnTo>
                  <a:pt x="60359" y="3284729"/>
                </a:lnTo>
                <a:lnTo>
                  <a:pt x="78122" y="3326730"/>
                </a:lnTo>
                <a:lnTo>
                  <a:pt x="97969" y="3367583"/>
                </a:lnTo>
                <a:lnTo>
                  <a:pt x="119834" y="3407223"/>
                </a:lnTo>
                <a:lnTo>
                  <a:pt x="143650" y="3445581"/>
                </a:lnTo>
                <a:lnTo>
                  <a:pt x="169349" y="3482591"/>
                </a:lnTo>
                <a:lnTo>
                  <a:pt x="196865" y="3518185"/>
                </a:lnTo>
                <a:lnTo>
                  <a:pt x="226130" y="3552298"/>
                </a:lnTo>
                <a:lnTo>
                  <a:pt x="257078" y="3584862"/>
                </a:lnTo>
                <a:lnTo>
                  <a:pt x="289642" y="3615810"/>
                </a:lnTo>
                <a:lnTo>
                  <a:pt x="323755" y="3645075"/>
                </a:lnTo>
                <a:lnTo>
                  <a:pt x="359349" y="3672591"/>
                </a:lnTo>
                <a:lnTo>
                  <a:pt x="396359" y="3698290"/>
                </a:lnTo>
                <a:lnTo>
                  <a:pt x="434717" y="3722105"/>
                </a:lnTo>
                <a:lnTo>
                  <a:pt x="474355" y="3743970"/>
                </a:lnTo>
                <a:lnTo>
                  <a:pt x="515208" y="3763817"/>
                </a:lnTo>
                <a:lnTo>
                  <a:pt x="557209" y="3781580"/>
                </a:lnTo>
                <a:lnTo>
                  <a:pt x="600289" y="3797192"/>
                </a:lnTo>
                <a:lnTo>
                  <a:pt x="644383" y="3810585"/>
                </a:lnTo>
                <a:lnTo>
                  <a:pt x="689424" y="3821694"/>
                </a:lnTo>
                <a:lnTo>
                  <a:pt x="735343" y="3830450"/>
                </a:lnTo>
                <a:lnTo>
                  <a:pt x="782076" y="3836788"/>
                </a:lnTo>
                <a:lnTo>
                  <a:pt x="829554" y="3840639"/>
                </a:lnTo>
                <a:lnTo>
                  <a:pt x="877711" y="3841935"/>
                </a:lnTo>
                <a:lnTo>
                  <a:pt x="925869" y="3840639"/>
                </a:lnTo>
                <a:lnTo>
                  <a:pt x="973348" y="3836788"/>
                </a:lnTo>
                <a:lnTo>
                  <a:pt x="1020081" y="3830450"/>
                </a:lnTo>
                <a:lnTo>
                  <a:pt x="1066002" y="3821694"/>
                </a:lnTo>
                <a:lnTo>
                  <a:pt x="1111043" y="3810585"/>
                </a:lnTo>
                <a:lnTo>
                  <a:pt x="1155138" y="3797192"/>
                </a:lnTo>
                <a:lnTo>
                  <a:pt x="1198219" y="3781580"/>
                </a:lnTo>
                <a:lnTo>
                  <a:pt x="1240220" y="3763817"/>
                </a:lnTo>
                <a:lnTo>
                  <a:pt x="1281074" y="3743970"/>
                </a:lnTo>
                <a:lnTo>
                  <a:pt x="1320713" y="3722105"/>
                </a:lnTo>
                <a:lnTo>
                  <a:pt x="1359071" y="3698290"/>
                </a:lnTo>
                <a:lnTo>
                  <a:pt x="1396081" y="3672591"/>
                </a:lnTo>
                <a:lnTo>
                  <a:pt x="1431676" y="3645075"/>
                </a:lnTo>
                <a:lnTo>
                  <a:pt x="1465789" y="3615810"/>
                </a:lnTo>
                <a:lnTo>
                  <a:pt x="1498353" y="3584862"/>
                </a:lnTo>
                <a:lnTo>
                  <a:pt x="1529301" y="3552298"/>
                </a:lnTo>
                <a:lnTo>
                  <a:pt x="1558567" y="3518185"/>
                </a:lnTo>
                <a:lnTo>
                  <a:pt x="1586083" y="3482591"/>
                </a:lnTo>
                <a:lnTo>
                  <a:pt x="1611782" y="3445581"/>
                </a:lnTo>
                <a:lnTo>
                  <a:pt x="1635598" y="3407223"/>
                </a:lnTo>
                <a:lnTo>
                  <a:pt x="1657463" y="3367583"/>
                </a:lnTo>
                <a:lnTo>
                  <a:pt x="1677310" y="3326730"/>
                </a:lnTo>
                <a:lnTo>
                  <a:pt x="1695074" y="3284729"/>
                </a:lnTo>
                <a:lnTo>
                  <a:pt x="1710686" y="3241647"/>
                </a:lnTo>
                <a:lnTo>
                  <a:pt x="1724080" y="3197552"/>
                </a:lnTo>
                <a:lnTo>
                  <a:pt x="1735188" y="3152510"/>
                </a:lnTo>
                <a:lnTo>
                  <a:pt x="1743945" y="3106589"/>
                </a:lnTo>
                <a:lnTo>
                  <a:pt x="1750283" y="3059855"/>
                </a:lnTo>
                <a:lnTo>
                  <a:pt x="1754134" y="3012375"/>
                </a:lnTo>
                <a:lnTo>
                  <a:pt x="1755434" y="2964216"/>
                </a:lnTo>
                <a:lnTo>
                  <a:pt x="1755433" y="0"/>
                </a:lnTo>
                <a:close/>
              </a:path>
            </a:pathLst>
          </a:custGeom>
          <a:solidFill>
            <a:schemeClr val="tx2">
              <a:lumMod val="60000"/>
              <a:lumOff val="40000"/>
              <a:alpha val="13998"/>
            </a:schemeClr>
          </a:solidFill>
          <a:ln>
            <a:noFill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5">
            <a:extLst>
              <a:ext uri="{FF2B5EF4-FFF2-40B4-BE49-F238E27FC236}">
                <a16:creationId xmlns:a16="http://schemas.microsoft.com/office/drawing/2014/main" id="{9D27BC6D-9D6B-1496-F07F-8B32037E9E78}"/>
              </a:ext>
            </a:extLst>
          </p:cNvPr>
          <p:cNvSpPr/>
          <p:nvPr/>
        </p:nvSpPr>
        <p:spPr>
          <a:xfrm>
            <a:off x="107004" y="6230270"/>
            <a:ext cx="11904051" cy="496126"/>
          </a:xfrm>
          <a:custGeom>
            <a:avLst/>
            <a:gdLst/>
            <a:ahLst/>
            <a:cxnLst/>
            <a:rect l="l" t="t" r="r" b="b"/>
            <a:pathLst>
              <a:path w="17444720" h="795020">
                <a:moveTo>
                  <a:pt x="17155708" y="0"/>
                </a:moveTo>
                <a:lnTo>
                  <a:pt x="288965" y="0"/>
                </a:lnTo>
                <a:lnTo>
                  <a:pt x="242091" y="3782"/>
                </a:lnTo>
                <a:lnTo>
                  <a:pt x="197627" y="14732"/>
                </a:lnTo>
                <a:lnTo>
                  <a:pt x="156166" y="32254"/>
                </a:lnTo>
                <a:lnTo>
                  <a:pt x="118303" y="55754"/>
                </a:lnTo>
                <a:lnTo>
                  <a:pt x="84633" y="84637"/>
                </a:lnTo>
                <a:lnTo>
                  <a:pt x="55751" y="118307"/>
                </a:lnTo>
                <a:lnTo>
                  <a:pt x="32252" y="156170"/>
                </a:lnTo>
                <a:lnTo>
                  <a:pt x="14731" y="197631"/>
                </a:lnTo>
                <a:lnTo>
                  <a:pt x="3781" y="242094"/>
                </a:lnTo>
                <a:lnTo>
                  <a:pt x="0" y="288965"/>
                </a:lnTo>
                <a:lnTo>
                  <a:pt x="0" y="505461"/>
                </a:lnTo>
                <a:lnTo>
                  <a:pt x="3781" y="552331"/>
                </a:lnTo>
                <a:lnTo>
                  <a:pt x="14731" y="596794"/>
                </a:lnTo>
                <a:lnTo>
                  <a:pt x="32252" y="638255"/>
                </a:lnTo>
                <a:lnTo>
                  <a:pt x="55751" y="676118"/>
                </a:lnTo>
                <a:lnTo>
                  <a:pt x="84633" y="709788"/>
                </a:lnTo>
                <a:lnTo>
                  <a:pt x="118303" y="738671"/>
                </a:lnTo>
                <a:lnTo>
                  <a:pt x="156166" y="762171"/>
                </a:lnTo>
                <a:lnTo>
                  <a:pt x="197627" y="779694"/>
                </a:lnTo>
                <a:lnTo>
                  <a:pt x="242091" y="790643"/>
                </a:lnTo>
                <a:lnTo>
                  <a:pt x="288965" y="794426"/>
                </a:lnTo>
                <a:lnTo>
                  <a:pt x="17155708" y="794426"/>
                </a:lnTo>
                <a:lnTo>
                  <a:pt x="17202578" y="790643"/>
                </a:lnTo>
                <a:lnTo>
                  <a:pt x="17247041" y="779694"/>
                </a:lnTo>
                <a:lnTo>
                  <a:pt x="17288502" y="762171"/>
                </a:lnTo>
                <a:lnTo>
                  <a:pt x="17326365" y="738671"/>
                </a:lnTo>
                <a:lnTo>
                  <a:pt x="17360035" y="709788"/>
                </a:lnTo>
                <a:lnTo>
                  <a:pt x="17388918" y="676118"/>
                </a:lnTo>
                <a:lnTo>
                  <a:pt x="17412418" y="638255"/>
                </a:lnTo>
                <a:lnTo>
                  <a:pt x="17429940" y="596794"/>
                </a:lnTo>
                <a:lnTo>
                  <a:pt x="17440890" y="552331"/>
                </a:lnTo>
                <a:lnTo>
                  <a:pt x="17444673" y="505461"/>
                </a:lnTo>
                <a:lnTo>
                  <a:pt x="17444673" y="288965"/>
                </a:lnTo>
                <a:lnTo>
                  <a:pt x="17440890" y="242094"/>
                </a:lnTo>
                <a:lnTo>
                  <a:pt x="17429940" y="197631"/>
                </a:lnTo>
                <a:lnTo>
                  <a:pt x="17412418" y="156170"/>
                </a:lnTo>
                <a:lnTo>
                  <a:pt x="17388918" y="118307"/>
                </a:lnTo>
                <a:lnTo>
                  <a:pt x="17360035" y="84637"/>
                </a:lnTo>
                <a:lnTo>
                  <a:pt x="17326365" y="55754"/>
                </a:lnTo>
                <a:lnTo>
                  <a:pt x="17288502" y="32254"/>
                </a:lnTo>
                <a:lnTo>
                  <a:pt x="17247041" y="14732"/>
                </a:lnTo>
                <a:lnTo>
                  <a:pt x="17202578" y="3782"/>
                </a:lnTo>
                <a:lnTo>
                  <a:pt x="17155708" y="0"/>
                </a:lnTo>
                <a:close/>
              </a:path>
            </a:pathLst>
          </a:custGeom>
          <a:solidFill>
            <a:srgbClr val="DCE8FF">
              <a:alpha val="50000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061E92-6B81-836A-104A-0C220E8A1648}"/>
              </a:ext>
            </a:extLst>
          </p:cNvPr>
          <p:cNvSpPr txBox="1"/>
          <p:nvPr/>
        </p:nvSpPr>
        <p:spPr>
          <a:xfrm>
            <a:off x="666733" y="379667"/>
            <a:ext cx="2178417" cy="47891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lang="tr-TR" sz="2392" b="1" dirty="0">
                <a:solidFill>
                  <a:schemeClr val="tx2">
                    <a:lumMod val="50000"/>
                  </a:schemeClr>
                </a:solidFill>
              </a:rPr>
              <a:t>Sonraki Adımlar</a:t>
            </a:r>
            <a:endParaRPr sz="2392" b="1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4" name="object 7">
            <a:extLst>
              <a:ext uri="{FF2B5EF4-FFF2-40B4-BE49-F238E27FC236}">
                <a16:creationId xmlns:a16="http://schemas.microsoft.com/office/drawing/2014/main" id="{94669479-F315-6B7B-83CE-7A2157D4BF71}"/>
              </a:ext>
            </a:extLst>
          </p:cNvPr>
          <p:cNvSpPr>
            <a:spLocks noChangeAspect="1"/>
          </p:cNvSpPr>
          <p:nvPr/>
        </p:nvSpPr>
        <p:spPr>
          <a:xfrm>
            <a:off x="11014675" y="6418761"/>
            <a:ext cx="680836" cy="121376"/>
          </a:xfrm>
          <a:custGeom>
            <a:avLst/>
            <a:gdLst/>
            <a:ahLst/>
            <a:cxnLst/>
            <a:rect l="l" t="t" r="r" b="b"/>
            <a:pathLst>
              <a:path w="1969770" h="351154">
                <a:moveTo>
                  <a:pt x="235800" y="57454"/>
                </a:moveTo>
                <a:lnTo>
                  <a:pt x="0" y="57454"/>
                </a:lnTo>
                <a:lnTo>
                  <a:pt x="0" y="293255"/>
                </a:lnTo>
                <a:lnTo>
                  <a:pt x="235800" y="293255"/>
                </a:lnTo>
                <a:lnTo>
                  <a:pt x="235800" y="57454"/>
                </a:lnTo>
                <a:close/>
              </a:path>
              <a:path w="1969770" h="351154">
                <a:moveTo>
                  <a:pt x="612825" y="167817"/>
                </a:moveTo>
                <a:lnTo>
                  <a:pt x="609282" y="126669"/>
                </a:lnTo>
                <a:lnTo>
                  <a:pt x="598157" y="87655"/>
                </a:lnTo>
                <a:lnTo>
                  <a:pt x="578739" y="53174"/>
                </a:lnTo>
                <a:lnTo>
                  <a:pt x="550316" y="25603"/>
                </a:lnTo>
                <a:lnTo>
                  <a:pt x="516242" y="9283"/>
                </a:lnTo>
                <a:lnTo>
                  <a:pt x="516242" y="137693"/>
                </a:lnTo>
                <a:lnTo>
                  <a:pt x="392950" y="137693"/>
                </a:lnTo>
                <a:lnTo>
                  <a:pt x="397992" y="115531"/>
                </a:lnTo>
                <a:lnTo>
                  <a:pt x="409727" y="93510"/>
                </a:lnTo>
                <a:lnTo>
                  <a:pt x="429158" y="76619"/>
                </a:lnTo>
                <a:lnTo>
                  <a:pt x="457327" y="69875"/>
                </a:lnTo>
                <a:lnTo>
                  <a:pt x="486765" y="76911"/>
                </a:lnTo>
                <a:lnTo>
                  <a:pt x="504761" y="94272"/>
                </a:lnTo>
                <a:lnTo>
                  <a:pt x="513778" y="116395"/>
                </a:lnTo>
                <a:lnTo>
                  <a:pt x="516128" y="136740"/>
                </a:lnTo>
                <a:lnTo>
                  <a:pt x="516242" y="137693"/>
                </a:lnTo>
                <a:lnTo>
                  <a:pt x="516242" y="9283"/>
                </a:lnTo>
                <a:lnTo>
                  <a:pt x="512140" y="7315"/>
                </a:lnTo>
                <a:lnTo>
                  <a:pt x="463499" y="698"/>
                </a:lnTo>
                <a:lnTo>
                  <a:pt x="410540" y="8039"/>
                </a:lnTo>
                <a:lnTo>
                  <a:pt x="367880" y="28168"/>
                </a:lnTo>
                <a:lnTo>
                  <a:pt x="335241" y="58229"/>
                </a:lnTo>
                <a:lnTo>
                  <a:pt x="312293" y="95377"/>
                </a:lnTo>
                <a:lnTo>
                  <a:pt x="298754" y="136740"/>
                </a:lnTo>
                <a:lnTo>
                  <a:pt x="294309" y="179476"/>
                </a:lnTo>
                <a:lnTo>
                  <a:pt x="299656" y="228498"/>
                </a:lnTo>
                <a:lnTo>
                  <a:pt x="315391" y="270268"/>
                </a:lnTo>
                <a:lnTo>
                  <a:pt x="341058" y="304050"/>
                </a:lnTo>
                <a:lnTo>
                  <a:pt x="376212" y="329095"/>
                </a:lnTo>
                <a:lnTo>
                  <a:pt x="420370" y="344665"/>
                </a:lnTo>
                <a:lnTo>
                  <a:pt x="473087" y="350024"/>
                </a:lnTo>
                <a:lnTo>
                  <a:pt x="506285" y="348729"/>
                </a:lnTo>
                <a:lnTo>
                  <a:pt x="537819" y="344805"/>
                </a:lnTo>
                <a:lnTo>
                  <a:pt x="567296" y="338175"/>
                </a:lnTo>
                <a:lnTo>
                  <a:pt x="594334" y="328790"/>
                </a:lnTo>
                <a:lnTo>
                  <a:pt x="583425" y="272630"/>
                </a:lnTo>
                <a:lnTo>
                  <a:pt x="580631" y="258254"/>
                </a:lnTo>
                <a:lnTo>
                  <a:pt x="559333" y="264541"/>
                </a:lnTo>
                <a:lnTo>
                  <a:pt x="537210" y="269024"/>
                </a:lnTo>
                <a:lnTo>
                  <a:pt x="513676" y="271729"/>
                </a:lnTo>
                <a:lnTo>
                  <a:pt x="488149" y="272630"/>
                </a:lnTo>
                <a:lnTo>
                  <a:pt x="453250" y="268744"/>
                </a:lnTo>
                <a:lnTo>
                  <a:pt x="423684" y="256959"/>
                </a:lnTo>
                <a:lnTo>
                  <a:pt x="402717" y="237083"/>
                </a:lnTo>
                <a:lnTo>
                  <a:pt x="393636" y="208915"/>
                </a:lnTo>
                <a:lnTo>
                  <a:pt x="609396" y="208915"/>
                </a:lnTo>
                <a:lnTo>
                  <a:pt x="610501" y="201828"/>
                </a:lnTo>
                <a:lnTo>
                  <a:pt x="611619" y="192227"/>
                </a:lnTo>
                <a:lnTo>
                  <a:pt x="612482" y="180695"/>
                </a:lnTo>
                <a:lnTo>
                  <a:pt x="612825" y="167817"/>
                </a:lnTo>
                <a:close/>
              </a:path>
              <a:path w="1969770" h="351154">
                <a:moveTo>
                  <a:pt x="960602" y="148628"/>
                </a:moveTo>
                <a:lnTo>
                  <a:pt x="954709" y="95719"/>
                </a:lnTo>
                <a:lnTo>
                  <a:pt x="938136" y="55156"/>
                </a:lnTo>
                <a:lnTo>
                  <a:pt x="912520" y="26581"/>
                </a:lnTo>
                <a:lnTo>
                  <a:pt x="840740" y="4114"/>
                </a:lnTo>
                <a:lnTo>
                  <a:pt x="802805" y="9486"/>
                </a:lnTo>
                <a:lnTo>
                  <a:pt x="773099" y="22948"/>
                </a:lnTo>
                <a:lnTo>
                  <a:pt x="751344" y="40513"/>
                </a:lnTo>
                <a:lnTo>
                  <a:pt x="737298" y="58216"/>
                </a:lnTo>
                <a:lnTo>
                  <a:pt x="735266" y="58216"/>
                </a:lnTo>
                <a:lnTo>
                  <a:pt x="730465" y="11645"/>
                </a:lnTo>
                <a:lnTo>
                  <a:pt x="640054" y="11645"/>
                </a:lnTo>
                <a:lnTo>
                  <a:pt x="641934" y="60706"/>
                </a:lnTo>
                <a:lnTo>
                  <a:pt x="642556" y="88404"/>
                </a:lnTo>
                <a:lnTo>
                  <a:pt x="642797" y="118491"/>
                </a:lnTo>
                <a:lnTo>
                  <a:pt x="642797" y="346595"/>
                </a:lnTo>
                <a:lnTo>
                  <a:pt x="746899" y="346595"/>
                </a:lnTo>
                <a:lnTo>
                  <a:pt x="746899" y="153441"/>
                </a:lnTo>
                <a:lnTo>
                  <a:pt x="747039" y="146291"/>
                </a:lnTo>
                <a:lnTo>
                  <a:pt x="769073" y="100685"/>
                </a:lnTo>
                <a:lnTo>
                  <a:pt x="803757" y="88366"/>
                </a:lnTo>
                <a:lnTo>
                  <a:pt x="827887" y="93637"/>
                </a:lnTo>
                <a:lnTo>
                  <a:pt x="844245" y="108483"/>
                </a:lnTo>
                <a:lnTo>
                  <a:pt x="853541" y="131419"/>
                </a:lnTo>
                <a:lnTo>
                  <a:pt x="856488" y="160972"/>
                </a:lnTo>
                <a:lnTo>
                  <a:pt x="856488" y="346595"/>
                </a:lnTo>
                <a:lnTo>
                  <a:pt x="960602" y="346595"/>
                </a:lnTo>
                <a:lnTo>
                  <a:pt x="960602" y="148628"/>
                </a:lnTo>
                <a:close/>
              </a:path>
              <a:path w="1969770" h="351154">
                <a:moveTo>
                  <a:pt x="1337843" y="171919"/>
                </a:moveTo>
                <a:lnTo>
                  <a:pt x="1332293" y="123990"/>
                </a:lnTo>
                <a:lnTo>
                  <a:pt x="1316304" y="82296"/>
                </a:lnTo>
                <a:lnTo>
                  <a:pt x="1310640" y="74663"/>
                </a:lnTo>
                <a:lnTo>
                  <a:pt x="1290840" y="47955"/>
                </a:lnTo>
                <a:lnTo>
                  <a:pt x="1256868" y="22047"/>
                </a:lnTo>
                <a:lnTo>
                  <a:pt x="1230312" y="11595"/>
                </a:lnTo>
                <a:lnTo>
                  <a:pt x="1230312" y="174663"/>
                </a:lnTo>
                <a:lnTo>
                  <a:pt x="1225804" y="215353"/>
                </a:lnTo>
                <a:lnTo>
                  <a:pt x="1225702" y="216217"/>
                </a:lnTo>
                <a:lnTo>
                  <a:pt x="1212507" y="248208"/>
                </a:lnTo>
                <a:lnTo>
                  <a:pt x="1191590" y="268770"/>
                </a:lnTo>
                <a:lnTo>
                  <a:pt x="1163866" y="276034"/>
                </a:lnTo>
                <a:lnTo>
                  <a:pt x="1134376" y="268401"/>
                </a:lnTo>
                <a:lnTo>
                  <a:pt x="1112926" y="247269"/>
                </a:lnTo>
                <a:lnTo>
                  <a:pt x="1099820" y="215353"/>
                </a:lnTo>
                <a:lnTo>
                  <a:pt x="1095375" y="175348"/>
                </a:lnTo>
                <a:lnTo>
                  <a:pt x="1099146" y="138811"/>
                </a:lnTo>
                <a:lnTo>
                  <a:pt x="1111135" y="106502"/>
                </a:lnTo>
                <a:lnTo>
                  <a:pt x="1132306" y="83515"/>
                </a:lnTo>
                <a:lnTo>
                  <a:pt x="1132154" y="83515"/>
                </a:lnTo>
                <a:lnTo>
                  <a:pt x="1163866" y="74663"/>
                </a:lnTo>
                <a:lnTo>
                  <a:pt x="1194752" y="83515"/>
                </a:lnTo>
                <a:lnTo>
                  <a:pt x="1194333" y="83515"/>
                </a:lnTo>
                <a:lnTo>
                  <a:pt x="1214805" y="106159"/>
                </a:lnTo>
                <a:lnTo>
                  <a:pt x="1226578" y="138226"/>
                </a:lnTo>
                <a:lnTo>
                  <a:pt x="1230312" y="174663"/>
                </a:lnTo>
                <a:lnTo>
                  <a:pt x="1230312" y="11595"/>
                </a:lnTo>
                <a:lnTo>
                  <a:pt x="1215364" y="5702"/>
                </a:lnTo>
                <a:lnTo>
                  <a:pt x="1167295" y="0"/>
                </a:lnTo>
                <a:lnTo>
                  <a:pt x="1115822" y="5702"/>
                </a:lnTo>
                <a:lnTo>
                  <a:pt x="1116241" y="5702"/>
                </a:lnTo>
                <a:lnTo>
                  <a:pt x="1072565" y="22047"/>
                </a:lnTo>
                <a:lnTo>
                  <a:pt x="1036980" y="48209"/>
                </a:lnTo>
                <a:lnTo>
                  <a:pt x="1010310" y="83515"/>
                </a:lnTo>
                <a:lnTo>
                  <a:pt x="993609" y="127076"/>
                </a:lnTo>
                <a:lnTo>
                  <a:pt x="987831" y="178079"/>
                </a:lnTo>
                <a:lnTo>
                  <a:pt x="993787" y="227736"/>
                </a:lnTo>
                <a:lnTo>
                  <a:pt x="993863" y="228447"/>
                </a:lnTo>
                <a:lnTo>
                  <a:pt x="1010996" y="270929"/>
                </a:lnTo>
                <a:lnTo>
                  <a:pt x="1037742" y="304977"/>
                </a:lnTo>
                <a:lnTo>
                  <a:pt x="1072667" y="329996"/>
                </a:lnTo>
                <a:lnTo>
                  <a:pt x="1114285" y="345427"/>
                </a:lnTo>
                <a:lnTo>
                  <a:pt x="1161122" y="350697"/>
                </a:lnTo>
                <a:lnTo>
                  <a:pt x="1205369" y="345960"/>
                </a:lnTo>
                <a:lnTo>
                  <a:pt x="1246822" y="331597"/>
                </a:lnTo>
                <a:lnTo>
                  <a:pt x="1283131" y="307289"/>
                </a:lnTo>
                <a:lnTo>
                  <a:pt x="1309230" y="276034"/>
                </a:lnTo>
                <a:lnTo>
                  <a:pt x="1311973" y="272757"/>
                </a:lnTo>
                <a:lnTo>
                  <a:pt x="1330985" y="227736"/>
                </a:lnTo>
                <a:lnTo>
                  <a:pt x="1337843" y="171919"/>
                </a:lnTo>
                <a:close/>
              </a:path>
              <a:path w="1969770" h="351154">
                <a:moveTo>
                  <a:pt x="1636318" y="13716"/>
                </a:moveTo>
                <a:lnTo>
                  <a:pt x="1618513" y="8216"/>
                </a:lnTo>
                <a:lnTo>
                  <a:pt x="1598650" y="4127"/>
                </a:lnTo>
                <a:lnTo>
                  <a:pt x="1577759" y="1574"/>
                </a:lnTo>
                <a:lnTo>
                  <a:pt x="1556867" y="698"/>
                </a:lnTo>
                <a:lnTo>
                  <a:pt x="1499374" y="7086"/>
                </a:lnTo>
                <a:lnTo>
                  <a:pt x="1451737" y="25107"/>
                </a:lnTo>
                <a:lnTo>
                  <a:pt x="1414221" y="53009"/>
                </a:lnTo>
                <a:lnTo>
                  <a:pt x="1387094" y="89077"/>
                </a:lnTo>
                <a:lnTo>
                  <a:pt x="1370622" y="131584"/>
                </a:lnTo>
                <a:lnTo>
                  <a:pt x="1365072" y="178790"/>
                </a:lnTo>
                <a:lnTo>
                  <a:pt x="1370698" y="227850"/>
                </a:lnTo>
                <a:lnTo>
                  <a:pt x="1387017" y="269760"/>
                </a:lnTo>
                <a:lnTo>
                  <a:pt x="1413192" y="303707"/>
                </a:lnTo>
                <a:lnTo>
                  <a:pt x="1448384" y="328917"/>
                </a:lnTo>
                <a:lnTo>
                  <a:pt x="1491767" y="344614"/>
                </a:lnTo>
                <a:lnTo>
                  <a:pt x="1542478" y="350024"/>
                </a:lnTo>
                <a:lnTo>
                  <a:pt x="1571205" y="348818"/>
                </a:lnTo>
                <a:lnTo>
                  <a:pt x="1618869" y="340487"/>
                </a:lnTo>
                <a:lnTo>
                  <a:pt x="1623314" y="257543"/>
                </a:lnTo>
                <a:lnTo>
                  <a:pt x="1610817" y="262153"/>
                </a:lnTo>
                <a:lnTo>
                  <a:pt x="1596847" y="265595"/>
                </a:lnTo>
                <a:lnTo>
                  <a:pt x="1581200" y="267766"/>
                </a:lnTo>
                <a:lnTo>
                  <a:pt x="1563712" y="268516"/>
                </a:lnTo>
                <a:lnTo>
                  <a:pt x="1527987" y="262420"/>
                </a:lnTo>
                <a:lnTo>
                  <a:pt x="1498815" y="244449"/>
                </a:lnTo>
                <a:lnTo>
                  <a:pt x="1479156" y="215061"/>
                </a:lnTo>
                <a:lnTo>
                  <a:pt x="1471942" y="174675"/>
                </a:lnTo>
                <a:lnTo>
                  <a:pt x="1477962" y="136893"/>
                </a:lnTo>
                <a:lnTo>
                  <a:pt x="1495996" y="107213"/>
                </a:lnTo>
                <a:lnTo>
                  <a:pt x="1524431" y="87795"/>
                </a:lnTo>
                <a:lnTo>
                  <a:pt x="1561655" y="80835"/>
                </a:lnTo>
                <a:lnTo>
                  <a:pt x="1580578" y="81673"/>
                </a:lnTo>
                <a:lnTo>
                  <a:pt x="1596415" y="83921"/>
                </a:lnTo>
                <a:lnTo>
                  <a:pt x="1609432" y="87185"/>
                </a:lnTo>
                <a:lnTo>
                  <a:pt x="1619872" y="91097"/>
                </a:lnTo>
                <a:lnTo>
                  <a:pt x="1636318" y="13716"/>
                </a:lnTo>
                <a:close/>
              </a:path>
              <a:path w="1969770" h="351154">
                <a:moveTo>
                  <a:pt x="1969706" y="343166"/>
                </a:moveTo>
                <a:lnTo>
                  <a:pt x="1967141" y="327291"/>
                </a:lnTo>
                <a:lnTo>
                  <a:pt x="1965604" y="309587"/>
                </a:lnTo>
                <a:lnTo>
                  <a:pt x="1965426" y="307632"/>
                </a:lnTo>
                <a:lnTo>
                  <a:pt x="1964550" y="286537"/>
                </a:lnTo>
                <a:lnTo>
                  <a:pt x="1964512" y="285661"/>
                </a:lnTo>
                <a:lnTo>
                  <a:pt x="1964423" y="277406"/>
                </a:lnTo>
                <a:lnTo>
                  <a:pt x="1964296" y="267550"/>
                </a:lnTo>
                <a:lnTo>
                  <a:pt x="1964245" y="184937"/>
                </a:lnTo>
                <a:lnTo>
                  <a:pt x="1964245" y="145211"/>
                </a:lnTo>
                <a:lnTo>
                  <a:pt x="1959711" y="99593"/>
                </a:lnTo>
                <a:lnTo>
                  <a:pt x="1944801" y="59766"/>
                </a:lnTo>
                <a:lnTo>
                  <a:pt x="1917484" y="28232"/>
                </a:lnTo>
                <a:lnTo>
                  <a:pt x="1875777" y="7467"/>
                </a:lnTo>
                <a:lnTo>
                  <a:pt x="1863547" y="5905"/>
                </a:lnTo>
                <a:lnTo>
                  <a:pt x="1863547" y="184937"/>
                </a:lnTo>
                <a:lnTo>
                  <a:pt x="1863547" y="227406"/>
                </a:lnTo>
                <a:lnTo>
                  <a:pt x="1841373" y="266192"/>
                </a:lnTo>
                <a:lnTo>
                  <a:pt x="1807375" y="277406"/>
                </a:lnTo>
                <a:lnTo>
                  <a:pt x="1791131" y="274955"/>
                </a:lnTo>
                <a:lnTo>
                  <a:pt x="1778101" y="267550"/>
                </a:lnTo>
                <a:lnTo>
                  <a:pt x="1769440" y="255155"/>
                </a:lnTo>
                <a:lnTo>
                  <a:pt x="1766290" y="237680"/>
                </a:lnTo>
                <a:lnTo>
                  <a:pt x="1773783" y="212674"/>
                </a:lnTo>
                <a:lnTo>
                  <a:pt x="1794370" y="196405"/>
                </a:lnTo>
                <a:lnTo>
                  <a:pt x="1825244" y="187591"/>
                </a:lnTo>
                <a:lnTo>
                  <a:pt x="1863547" y="184937"/>
                </a:lnTo>
                <a:lnTo>
                  <a:pt x="1863547" y="5905"/>
                </a:lnTo>
                <a:lnTo>
                  <a:pt x="1817674" y="0"/>
                </a:lnTo>
                <a:lnTo>
                  <a:pt x="1774888" y="2882"/>
                </a:lnTo>
                <a:lnTo>
                  <a:pt x="1738464" y="10185"/>
                </a:lnTo>
                <a:lnTo>
                  <a:pt x="1709102" y="19939"/>
                </a:lnTo>
                <a:lnTo>
                  <a:pt x="1687512" y="30149"/>
                </a:lnTo>
                <a:lnTo>
                  <a:pt x="1706702" y="97256"/>
                </a:lnTo>
                <a:lnTo>
                  <a:pt x="1725574" y="87528"/>
                </a:lnTo>
                <a:lnTo>
                  <a:pt x="1748307" y="79451"/>
                </a:lnTo>
                <a:lnTo>
                  <a:pt x="1773351" y="73952"/>
                </a:lnTo>
                <a:lnTo>
                  <a:pt x="1799158" y="71907"/>
                </a:lnTo>
                <a:lnTo>
                  <a:pt x="1830349" y="76161"/>
                </a:lnTo>
                <a:lnTo>
                  <a:pt x="1848904" y="86893"/>
                </a:lnTo>
                <a:lnTo>
                  <a:pt x="1857819" y="101104"/>
                </a:lnTo>
                <a:lnTo>
                  <a:pt x="1860130" y="115760"/>
                </a:lnTo>
                <a:lnTo>
                  <a:pt x="1860130" y="119875"/>
                </a:lnTo>
                <a:lnTo>
                  <a:pt x="1804416" y="123317"/>
                </a:lnTo>
                <a:lnTo>
                  <a:pt x="1756498" y="133743"/>
                </a:lnTo>
                <a:lnTo>
                  <a:pt x="1717395" y="151282"/>
                </a:lnTo>
                <a:lnTo>
                  <a:pt x="1688185" y="176085"/>
                </a:lnTo>
                <a:lnTo>
                  <a:pt x="1669884" y="208254"/>
                </a:lnTo>
                <a:lnTo>
                  <a:pt x="1663547" y="247954"/>
                </a:lnTo>
                <a:lnTo>
                  <a:pt x="1670926" y="286537"/>
                </a:lnTo>
                <a:lnTo>
                  <a:pt x="1692224" y="319354"/>
                </a:lnTo>
                <a:lnTo>
                  <a:pt x="1726247" y="342163"/>
                </a:lnTo>
                <a:lnTo>
                  <a:pt x="1771764" y="350697"/>
                </a:lnTo>
                <a:lnTo>
                  <a:pt x="1800428" y="348030"/>
                </a:lnTo>
                <a:lnTo>
                  <a:pt x="1826387" y="340169"/>
                </a:lnTo>
                <a:lnTo>
                  <a:pt x="1849018" y="327291"/>
                </a:lnTo>
                <a:lnTo>
                  <a:pt x="1867662" y="309587"/>
                </a:lnTo>
                <a:lnTo>
                  <a:pt x="1869706" y="309587"/>
                </a:lnTo>
                <a:lnTo>
                  <a:pt x="1875878" y="343166"/>
                </a:lnTo>
                <a:lnTo>
                  <a:pt x="1969706" y="343166"/>
                </a:lnTo>
                <a:close/>
              </a:path>
            </a:pathLst>
          </a:custGeom>
          <a:solidFill>
            <a:srgbClr val="0000FC"/>
          </a:solidFill>
        </p:spPr>
        <p:txBody>
          <a:bodyPr wrap="square" lIns="0" tIns="0" rIns="0" bIns="0" rtlCol="0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sz="1092" dirty="0"/>
          </a:p>
        </p:txBody>
      </p:sp>
      <p:grpSp>
        <p:nvGrpSpPr>
          <p:cNvPr id="14" name="Grup 13">
            <a:extLst>
              <a:ext uri="{FF2B5EF4-FFF2-40B4-BE49-F238E27FC236}">
                <a16:creationId xmlns:a16="http://schemas.microsoft.com/office/drawing/2014/main" id="{F9622AA6-3E63-2F19-D891-36FBB03E38FA}"/>
              </a:ext>
            </a:extLst>
          </p:cNvPr>
          <p:cNvGrpSpPr/>
          <p:nvPr/>
        </p:nvGrpSpPr>
        <p:grpSpPr>
          <a:xfrm>
            <a:off x="1359210" y="1998199"/>
            <a:ext cx="9202994" cy="2526710"/>
            <a:chOff x="1457532" y="2260102"/>
            <a:chExt cx="9202994" cy="2526710"/>
          </a:xfrm>
        </p:grpSpPr>
        <p:pic>
          <p:nvPicPr>
            <p:cNvPr id="9" name="Grafik 8">
              <a:extLst>
                <a:ext uri="{FF2B5EF4-FFF2-40B4-BE49-F238E27FC236}">
                  <a16:creationId xmlns:a16="http://schemas.microsoft.com/office/drawing/2014/main" id="{F05EFF69-9251-8A50-F825-C3EEDA85CA4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457532" y="2260102"/>
              <a:ext cx="9202994" cy="1798534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773DA96D-46C3-909A-57EF-1DD900173431}"/>
                </a:ext>
              </a:extLst>
            </p:cNvPr>
            <p:cNvSpPr txBox="1"/>
            <p:nvPr/>
          </p:nvSpPr>
          <p:spPr>
            <a:xfrm>
              <a:off x="1539965" y="4217263"/>
              <a:ext cx="1745606" cy="341632"/>
            </a:xfrm>
            <a:prstGeom prst="rect">
              <a:avLst/>
            </a:prstGeom>
            <a:noFill/>
          </p:spPr>
          <p:txBody>
            <a:bodyPr wrap="square" lIns="73152" tIns="54864" rIns="73152" bIns="54864" anchor="ctr">
              <a:spAutoFit/>
            </a:bodyPr>
            <a:lstStyle/>
            <a:p>
              <a:pPr algn="l">
                <a:lnSpc>
                  <a:spcPts val="18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 b="1" dirty="0">
                  <a:solidFill>
                    <a:srgbClr val="4A5568"/>
                  </a:solidFill>
                  <a:latin typeface="+mj-lt"/>
                </a:rPr>
                <a:t>Analiz </a:t>
              </a:r>
              <a:r>
                <a:rPr sz="1600" b="1" dirty="0" err="1">
                  <a:solidFill>
                    <a:srgbClr val="4A5568"/>
                  </a:solidFill>
                  <a:latin typeface="+mj-lt"/>
                </a:rPr>
                <a:t>ve</a:t>
              </a:r>
              <a:r>
                <a:rPr sz="1600" b="1" dirty="0">
                  <a:solidFill>
                    <a:srgbClr val="4A5568"/>
                  </a:solidFill>
                  <a:latin typeface="+mj-lt"/>
                </a:rPr>
                <a:t> </a:t>
              </a:r>
              <a:r>
                <a:rPr sz="1600" b="1" dirty="0" err="1">
                  <a:solidFill>
                    <a:srgbClr val="4A5568"/>
                  </a:solidFill>
                  <a:latin typeface="+mj-lt"/>
                </a:rPr>
                <a:t>Planlama</a:t>
              </a:r>
              <a:endParaRPr sz="1600" b="1" dirty="0">
                <a:solidFill>
                  <a:srgbClr val="4A5568"/>
                </a:solidFill>
                <a:latin typeface="+mj-lt"/>
              </a:endParaRPr>
            </a:p>
          </p:txBody>
        </p:sp>
        <p:sp>
          <p:nvSpPr>
            <p:cNvPr id="11" name="TextBox 12">
              <a:extLst>
                <a:ext uri="{FF2B5EF4-FFF2-40B4-BE49-F238E27FC236}">
                  <a16:creationId xmlns:a16="http://schemas.microsoft.com/office/drawing/2014/main" id="{110EC29A-3601-2DFD-921E-D210C11B5B59}"/>
                </a:ext>
              </a:extLst>
            </p:cNvPr>
            <p:cNvSpPr txBox="1"/>
            <p:nvPr/>
          </p:nvSpPr>
          <p:spPr>
            <a:xfrm>
              <a:off x="3961895" y="4121700"/>
              <a:ext cx="1695407" cy="572464"/>
            </a:xfrm>
            <a:prstGeom prst="rect">
              <a:avLst/>
            </a:prstGeom>
            <a:noFill/>
          </p:spPr>
          <p:txBody>
            <a:bodyPr wrap="square" lIns="73152" tIns="54864" rIns="73152" bIns="54864" anchor="ctr">
              <a:spAutoFit/>
            </a:bodyPr>
            <a:lstStyle/>
            <a:p>
              <a:pPr algn="ctr">
                <a:lnSpc>
                  <a:spcPts val="18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 b="1" dirty="0" err="1">
                  <a:solidFill>
                    <a:srgbClr val="4A5568"/>
                  </a:solidFill>
                  <a:latin typeface="+mj-lt"/>
                </a:rPr>
                <a:t>Sistem</a:t>
              </a:r>
              <a:r>
                <a:rPr sz="1600" b="1" dirty="0">
                  <a:solidFill>
                    <a:srgbClr val="4A5568"/>
                  </a:solidFill>
                  <a:latin typeface="+mj-lt"/>
                </a:rPr>
                <a:t> </a:t>
              </a:r>
              <a:r>
                <a:rPr sz="1600" b="1" dirty="0" err="1">
                  <a:solidFill>
                    <a:srgbClr val="4A5568"/>
                  </a:solidFill>
                  <a:latin typeface="+mj-lt"/>
                </a:rPr>
                <a:t>Entegrasyonu</a:t>
              </a:r>
              <a:endParaRPr sz="1600" b="1" dirty="0">
                <a:solidFill>
                  <a:srgbClr val="4A5568"/>
                </a:solidFill>
                <a:latin typeface="+mj-lt"/>
              </a:endParaRPr>
            </a:p>
          </p:txBody>
        </p:sp>
        <p:sp>
          <p:nvSpPr>
            <p:cNvPr id="12" name="TextBox 15">
              <a:extLst>
                <a:ext uri="{FF2B5EF4-FFF2-40B4-BE49-F238E27FC236}">
                  <a16:creationId xmlns:a16="http://schemas.microsoft.com/office/drawing/2014/main" id="{3614A6EF-7D1D-3AA1-9223-6E0C85179205}"/>
                </a:ext>
              </a:extLst>
            </p:cNvPr>
            <p:cNvSpPr txBox="1"/>
            <p:nvPr/>
          </p:nvSpPr>
          <p:spPr>
            <a:xfrm>
              <a:off x="6416196" y="4214348"/>
              <a:ext cx="1695407" cy="572464"/>
            </a:xfrm>
            <a:prstGeom prst="rect">
              <a:avLst/>
            </a:prstGeom>
            <a:noFill/>
          </p:spPr>
          <p:txBody>
            <a:bodyPr wrap="square" lIns="73152" tIns="54864" rIns="73152" bIns="54864" anchor="ctr">
              <a:spAutoFit/>
            </a:bodyPr>
            <a:lstStyle/>
            <a:p>
              <a:pPr algn="ctr">
                <a:lnSpc>
                  <a:spcPts val="18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 b="1" dirty="0">
                  <a:solidFill>
                    <a:srgbClr val="4A5568"/>
                  </a:solidFill>
                  <a:latin typeface="+mj-lt"/>
                </a:rPr>
                <a:t>Model </a:t>
              </a:r>
              <a:r>
                <a:rPr sz="1600" b="1" dirty="0" err="1">
                  <a:solidFill>
                    <a:srgbClr val="4A5568"/>
                  </a:solidFill>
                  <a:latin typeface="+mj-lt"/>
                </a:rPr>
                <a:t>Eğitimi</a:t>
              </a:r>
              <a:endParaRPr lang="tr-TR" sz="1600" b="1" dirty="0">
                <a:solidFill>
                  <a:srgbClr val="4A5568"/>
                </a:solidFill>
                <a:latin typeface="+mj-lt"/>
              </a:endParaRPr>
            </a:p>
            <a:p>
              <a:pPr algn="ctr">
                <a:lnSpc>
                  <a:spcPts val="18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 b="1" dirty="0" err="1">
                  <a:solidFill>
                    <a:srgbClr val="4A5568"/>
                  </a:solidFill>
                  <a:latin typeface="+mj-lt"/>
                </a:rPr>
                <a:t>ve</a:t>
              </a:r>
              <a:r>
                <a:rPr sz="1600" b="1" dirty="0">
                  <a:solidFill>
                    <a:srgbClr val="4A5568"/>
                  </a:solidFill>
                  <a:latin typeface="+mj-lt"/>
                </a:rPr>
                <a:t> Test</a:t>
              </a:r>
            </a:p>
          </p:txBody>
        </p:sp>
        <p:sp>
          <p:nvSpPr>
            <p:cNvPr id="13" name="TextBox 18">
              <a:extLst>
                <a:ext uri="{FF2B5EF4-FFF2-40B4-BE49-F238E27FC236}">
                  <a16:creationId xmlns:a16="http://schemas.microsoft.com/office/drawing/2014/main" id="{AAB07589-5EBD-C8B0-6694-7923B6EEEF3B}"/>
                </a:ext>
              </a:extLst>
            </p:cNvPr>
            <p:cNvSpPr txBox="1"/>
            <p:nvPr/>
          </p:nvSpPr>
          <p:spPr>
            <a:xfrm>
              <a:off x="9224109" y="4329764"/>
              <a:ext cx="1201034" cy="341632"/>
            </a:xfrm>
            <a:prstGeom prst="rect">
              <a:avLst/>
            </a:prstGeom>
            <a:noFill/>
          </p:spPr>
          <p:txBody>
            <a:bodyPr wrap="square" lIns="73152" tIns="54864" rIns="73152" bIns="54864" anchor="ctr">
              <a:spAutoFit/>
            </a:bodyPr>
            <a:lstStyle/>
            <a:p>
              <a:pPr algn="l">
                <a:lnSpc>
                  <a:spcPts val="18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 b="1" dirty="0" err="1">
                  <a:solidFill>
                    <a:srgbClr val="4A5568"/>
                  </a:solidFill>
                  <a:latin typeface="+mj-lt"/>
                </a:rPr>
                <a:t>Canlıya</a:t>
              </a:r>
              <a:r>
                <a:rPr sz="1600" b="1" dirty="0">
                  <a:solidFill>
                    <a:srgbClr val="4A5568"/>
                  </a:solidFill>
                  <a:latin typeface="+mj-lt"/>
                </a:rPr>
                <a:t> </a:t>
              </a:r>
              <a:r>
                <a:rPr sz="1600" b="1" dirty="0" err="1">
                  <a:solidFill>
                    <a:srgbClr val="4A5568"/>
                  </a:solidFill>
                  <a:latin typeface="+mj-lt"/>
                </a:rPr>
                <a:t>Alı</a:t>
              </a:r>
              <a:r>
                <a:rPr lang="tr-TR" sz="1600" b="1" dirty="0">
                  <a:solidFill>
                    <a:srgbClr val="4A5568"/>
                  </a:solidFill>
                  <a:latin typeface="+mj-lt"/>
                </a:rPr>
                <a:t>m</a:t>
              </a:r>
              <a:endParaRPr sz="1600" b="1" dirty="0">
                <a:solidFill>
                  <a:srgbClr val="4A5568"/>
                </a:solidFill>
                <a:latin typeface="+mj-lt"/>
              </a:endParaRPr>
            </a:p>
          </p:txBody>
        </p:sp>
      </p:grpSp>
      <p:pic>
        <p:nvPicPr>
          <p:cNvPr id="25" name="Picture 20" descr="image.png">
            <a:extLst>
              <a:ext uri="{FF2B5EF4-FFF2-40B4-BE49-F238E27FC236}">
                <a16:creationId xmlns:a16="http://schemas.microsoft.com/office/drawing/2014/main" id="{F1281025-2E3D-FD8C-3E79-A0E1BA285532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colorTemperature colorTemp="11500"/>
                    </a14:imgEffect>
                    <a14:imgEffect>
                      <a14:saturation sat="4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18899000">
            <a:off x="9140666" y="2427717"/>
            <a:ext cx="1053780" cy="872683"/>
          </a:xfrm>
          <a:prstGeom prst="rect">
            <a:avLst/>
          </a:prstGeom>
        </p:spPr>
      </p:pic>
      <p:pic>
        <p:nvPicPr>
          <p:cNvPr id="1026" name="Picture 2" descr="Seo Generic black fill icon">
            <a:extLst>
              <a:ext uri="{FF2B5EF4-FFF2-40B4-BE49-F238E27FC236}">
                <a16:creationId xmlns:a16="http://schemas.microsoft.com/office/drawing/2014/main" id="{6039FF2F-0A37-1CD0-3472-86DF13D1C2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harpenSoften amount="11000"/>
                    </a14:imgEffect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27707" y="2575560"/>
            <a:ext cx="647700" cy="647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Puzzle Basic Straight Filled icon">
            <a:extLst>
              <a:ext uri="{FF2B5EF4-FFF2-40B4-BE49-F238E27FC236}">
                <a16:creationId xmlns:a16="http://schemas.microsoft.com/office/drawing/2014/main" id="{9B87E23B-2AE3-7476-9B73-64ED4E66E3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52076" y="2504858"/>
            <a:ext cx="718402" cy="718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Checklist Generic Glyph icon">
            <a:extLst>
              <a:ext uri="{FF2B5EF4-FFF2-40B4-BE49-F238E27FC236}">
                <a16:creationId xmlns:a16="http://schemas.microsoft.com/office/drawing/2014/main" id="{9FEC3556-AF44-B307-E3DF-77967A7074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47148" y="2584285"/>
            <a:ext cx="649135" cy="6491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Dikdörtgen: Köşeleri Yuvarlatılmış 1">
            <a:extLst>
              <a:ext uri="{FF2B5EF4-FFF2-40B4-BE49-F238E27FC236}">
                <a16:creationId xmlns:a16="http://schemas.microsoft.com/office/drawing/2014/main" id="{6F3C3BFA-FF5E-EF0A-3889-8D2FCCE3EECD}"/>
              </a:ext>
            </a:extLst>
          </p:cNvPr>
          <p:cNvSpPr/>
          <p:nvPr/>
        </p:nvSpPr>
        <p:spPr>
          <a:xfrm>
            <a:off x="3547872" y="5004816"/>
            <a:ext cx="4736592" cy="1024128"/>
          </a:xfrm>
          <a:prstGeom prst="roundRect">
            <a:avLst/>
          </a:prstGeom>
          <a:solidFill>
            <a:srgbClr val="ED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pic>
        <p:nvPicPr>
          <p:cNvPr id="5" name="Picture 20" descr="image.png">
            <a:extLst>
              <a:ext uri="{FF2B5EF4-FFF2-40B4-BE49-F238E27FC236}">
                <a16:creationId xmlns:a16="http://schemas.microsoft.com/office/drawing/2014/main" id="{00BF186A-C30C-9B39-D9B7-17B5EEBE1376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colorTemperature colorTemp="11500"/>
                    </a14:imgEffect>
                    <a14:imgEffect>
                      <a14:saturation sat="4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705996" y="5241358"/>
            <a:ext cx="671694" cy="556260"/>
          </a:xfrm>
          <a:prstGeom prst="rect">
            <a:avLst/>
          </a:prstGeom>
        </p:spPr>
      </p:pic>
      <p:sp>
        <p:nvSpPr>
          <p:cNvPr id="6" name="TextBox 21">
            <a:extLst>
              <a:ext uri="{FF2B5EF4-FFF2-40B4-BE49-F238E27FC236}">
                <a16:creationId xmlns:a16="http://schemas.microsoft.com/office/drawing/2014/main" id="{E848A4A0-1B02-42FF-D054-201E0C005106}"/>
              </a:ext>
            </a:extLst>
          </p:cNvPr>
          <p:cNvSpPr txBox="1"/>
          <p:nvPr/>
        </p:nvSpPr>
        <p:spPr>
          <a:xfrm>
            <a:off x="4460008" y="5334810"/>
            <a:ext cx="3448316" cy="36413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dirty="0" err="1">
                <a:solidFill>
                  <a:srgbClr val="002060"/>
                </a:solidFill>
                <a:latin typeface="Montserrat"/>
              </a:rPr>
              <a:t>Yolculuğunuzu</a:t>
            </a:r>
            <a:r>
              <a:rPr sz="1435" b="1" dirty="0">
                <a:solidFill>
                  <a:srgbClr val="002060"/>
                </a:solidFill>
                <a:latin typeface="Poppins"/>
              </a:rPr>
              <a:t> </a:t>
            </a:r>
            <a:r>
              <a:rPr sz="1600" b="1" dirty="0" err="1">
                <a:solidFill>
                  <a:srgbClr val="002060"/>
                </a:solidFill>
                <a:latin typeface="Montserrat"/>
              </a:rPr>
              <a:t>Bugün</a:t>
            </a:r>
            <a:r>
              <a:rPr sz="1435" b="1" dirty="0">
                <a:solidFill>
                  <a:srgbClr val="002060"/>
                </a:solidFill>
                <a:latin typeface="Poppins"/>
              </a:rPr>
              <a:t> </a:t>
            </a:r>
            <a:r>
              <a:rPr sz="1600" b="1" dirty="0" err="1">
                <a:solidFill>
                  <a:srgbClr val="002060"/>
                </a:solidFill>
                <a:latin typeface="Montserrat"/>
              </a:rPr>
              <a:t>Başlatın</a:t>
            </a:r>
            <a:endParaRPr sz="1600" b="1" dirty="0">
              <a:solidFill>
                <a:srgbClr val="002060"/>
              </a:solidFill>
              <a:latin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4804504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0402CE-D530-9C4E-AE4B-7C104AD047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object 3">
            <a:extLst>
              <a:ext uri="{FF2B5EF4-FFF2-40B4-BE49-F238E27FC236}">
                <a16:creationId xmlns:a16="http://schemas.microsoft.com/office/drawing/2014/main" id="{55CEED5D-C0D8-C490-1F3B-2F9678528250}"/>
              </a:ext>
            </a:extLst>
          </p:cNvPr>
          <p:cNvSpPr>
            <a:spLocks noChangeAspect="1"/>
          </p:cNvSpPr>
          <p:nvPr/>
        </p:nvSpPr>
        <p:spPr>
          <a:xfrm>
            <a:off x="244769" y="-1438805"/>
            <a:ext cx="1314417" cy="3235678"/>
          </a:xfrm>
          <a:custGeom>
            <a:avLst/>
            <a:gdLst/>
            <a:ahLst/>
            <a:cxnLst/>
            <a:rect l="l" t="t" r="r" b="b"/>
            <a:pathLst>
              <a:path w="1755775" h="3842385">
                <a:moveTo>
                  <a:pt x="1755433" y="0"/>
                </a:moveTo>
                <a:lnTo>
                  <a:pt x="0" y="0"/>
                </a:lnTo>
                <a:lnTo>
                  <a:pt x="1" y="2964216"/>
                </a:lnTo>
                <a:lnTo>
                  <a:pt x="1298" y="3012375"/>
                </a:lnTo>
                <a:lnTo>
                  <a:pt x="5150" y="3059855"/>
                </a:lnTo>
                <a:lnTo>
                  <a:pt x="11487" y="3106589"/>
                </a:lnTo>
                <a:lnTo>
                  <a:pt x="20244" y="3152510"/>
                </a:lnTo>
                <a:lnTo>
                  <a:pt x="31353" y="3197552"/>
                </a:lnTo>
                <a:lnTo>
                  <a:pt x="44747" y="3241647"/>
                </a:lnTo>
                <a:lnTo>
                  <a:pt x="60359" y="3284729"/>
                </a:lnTo>
                <a:lnTo>
                  <a:pt x="78122" y="3326730"/>
                </a:lnTo>
                <a:lnTo>
                  <a:pt x="97969" y="3367583"/>
                </a:lnTo>
                <a:lnTo>
                  <a:pt x="119834" y="3407223"/>
                </a:lnTo>
                <a:lnTo>
                  <a:pt x="143650" y="3445581"/>
                </a:lnTo>
                <a:lnTo>
                  <a:pt x="169349" y="3482591"/>
                </a:lnTo>
                <a:lnTo>
                  <a:pt x="196865" y="3518185"/>
                </a:lnTo>
                <a:lnTo>
                  <a:pt x="226130" y="3552298"/>
                </a:lnTo>
                <a:lnTo>
                  <a:pt x="257078" y="3584862"/>
                </a:lnTo>
                <a:lnTo>
                  <a:pt x="289642" y="3615810"/>
                </a:lnTo>
                <a:lnTo>
                  <a:pt x="323755" y="3645075"/>
                </a:lnTo>
                <a:lnTo>
                  <a:pt x="359349" y="3672591"/>
                </a:lnTo>
                <a:lnTo>
                  <a:pt x="396359" y="3698290"/>
                </a:lnTo>
                <a:lnTo>
                  <a:pt x="434717" y="3722105"/>
                </a:lnTo>
                <a:lnTo>
                  <a:pt x="474355" y="3743970"/>
                </a:lnTo>
                <a:lnTo>
                  <a:pt x="515208" y="3763817"/>
                </a:lnTo>
                <a:lnTo>
                  <a:pt x="557209" y="3781580"/>
                </a:lnTo>
                <a:lnTo>
                  <a:pt x="600289" y="3797192"/>
                </a:lnTo>
                <a:lnTo>
                  <a:pt x="644383" y="3810585"/>
                </a:lnTo>
                <a:lnTo>
                  <a:pt x="689424" y="3821694"/>
                </a:lnTo>
                <a:lnTo>
                  <a:pt x="735343" y="3830450"/>
                </a:lnTo>
                <a:lnTo>
                  <a:pt x="782076" y="3836788"/>
                </a:lnTo>
                <a:lnTo>
                  <a:pt x="829554" y="3840639"/>
                </a:lnTo>
                <a:lnTo>
                  <a:pt x="877711" y="3841935"/>
                </a:lnTo>
                <a:lnTo>
                  <a:pt x="925869" y="3840639"/>
                </a:lnTo>
                <a:lnTo>
                  <a:pt x="973348" y="3836788"/>
                </a:lnTo>
                <a:lnTo>
                  <a:pt x="1020081" y="3830450"/>
                </a:lnTo>
                <a:lnTo>
                  <a:pt x="1066002" y="3821694"/>
                </a:lnTo>
                <a:lnTo>
                  <a:pt x="1111043" y="3810585"/>
                </a:lnTo>
                <a:lnTo>
                  <a:pt x="1155138" y="3797192"/>
                </a:lnTo>
                <a:lnTo>
                  <a:pt x="1198219" y="3781580"/>
                </a:lnTo>
                <a:lnTo>
                  <a:pt x="1240220" y="3763817"/>
                </a:lnTo>
                <a:lnTo>
                  <a:pt x="1281074" y="3743970"/>
                </a:lnTo>
                <a:lnTo>
                  <a:pt x="1320713" y="3722105"/>
                </a:lnTo>
                <a:lnTo>
                  <a:pt x="1359071" y="3698290"/>
                </a:lnTo>
                <a:lnTo>
                  <a:pt x="1396081" y="3672591"/>
                </a:lnTo>
                <a:lnTo>
                  <a:pt x="1431676" y="3645075"/>
                </a:lnTo>
                <a:lnTo>
                  <a:pt x="1465789" y="3615810"/>
                </a:lnTo>
                <a:lnTo>
                  <a:pt x="1498353" y="3584862"/>
                </a:lnTo>
                <a:lnTo>
                  <a:pt x="1529301" y="3552298"/>
                </a:lnTo>
                <a:lnTo>
                  <a:pt x="1558567" y="3518185"/>
                </a:lnTo>
                <a:lnTo>
                  <a:pt x="1586083" y="3482591"/>
                </a:lnTo>
                <a:lnTo>
                  <a:pt x="1611782" y="3445581"/>
                </a:lnTo>
                <a:lnTo>
                  <a:pt x="1635598" y="3407223"/>
                </a:lnTo>
                <a:lnTo>
                  <a:pt x="1657463" y="3367583"/>
                </a:lnTo>
                <a:lnTo>
                  <a:pt x="1677310" y="3326730"/>
                </a:lnTo>
                <a:lnTo>
                  <a:pt x="1695074" y="3284729"/>
                </a:lnTo>
                <a:lnTo>
                  <a:pt x="1710686" y="3241647"/>
                </a:lnTo>
                <a:lnTo>
                  <a:pt x="1724080" y="3197552"/>
                </a:lnTo>
                <a:lnTo>
                  <a:pt x="1735188" y="3152510"/>
                </a:lnTo>
                <a:lnTo>
                  <a:pt x="1743945" y="3106589"/>
                </a:lnTo>
                <a:lnTo>
                  <a:pt x="1750283" y="3059855"/>
                </a:lnTo>
                <a:lnTo>
                  <a:pt x="1754134" y="3012375"/>
                </a:lnTo>
                <a:lnTo>
                  <a:pt x="1755434" y="2964216"/>
                </a:lnTo>
                <a:lnTo>
                  <a:pt x="1755433" y="0"/>
                </a:lnTo>
                <a:close/>
              </a:path>
            </a:pathLst>
          </a:custGeom>
          <a:solidFill>
            <a:srgbClr val="B6CAFF">
              <a:alpha val="19999"/>
            </a:srgbClr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4" name="object 3">
            <a:extLst>
              <a:ext uri="{FF2B5EF4-FFF2-40B4-BE49-F238E27FC236}">
                <a16:creationId xmlns:a16="http://schemas.microsoft.com/office/drawing/2014/main" id="{25645105-4FF1-2C6C-A7F5-8DA4D77903FB}"/>
              </a:ext>
            </a:extLst>
          </p:cNvPr>
          <p:cNvSpPr/>
          <p:nvPr/>
        </p:nvSpPr>
        <p:spPr>
          <a:xfrm rot="10800000">
            <a:off x="10696639" y="3616424"/>
            <a:ext cx="1314417" cy="3358950"/>
          </a:xfrm>
          <a:custGeom>
            <a:avLst/>
            <a:gdLst/>
            <a:ahLst/>
            <a:cxnLst/>
            <a:rect l="l" t="t" r="r" b="b"/>
            <a:pathLst>
              <a:path w="1755775" h="3842385">
                <a:moveTo>
                  <a:pt x="1755433" y="0"/>
                </a:moveTo>
                <a:lnTo>
                  <a:pt x="0" y="0"/>
                </a:lnTo>
                <a:lnTo>
                  <a:pt x="1" y="2964216"/>
                </a:lnTo>
                <a:lnTo>
                  <a:pt x="1298" y="3012375"/>
                </a:lnTo>
                <a:lnTo>
                  <a:pt x="5150" y="3059855"/>
                </a:lnTo>
                <a:lnTo>
                  <a:pt x="11487" y="3106589"/>
                </a:lnTo>
                <a:lnTo>
                  <a:pt x="20244" y="3152510"/>
                </a:lnTo>
                <a:lnTo>
                  <a:pt x="31353" y="3197552"/>
                </a:lnTo>
                <a:lnTo>
                  <a:pt x="44747" y="3241647"/>
                </a:lnTo>
                <a:lnTo>
                  <a:pt x="60359" y="3284729"/>
                </a:lnTo>
                <a:lnTo>
                  <a:pt x="78122" y="3326730"/>
                </a:lnTo>
                <a:lnTo>
                  <a:pt x="97969" y="3367583"/>
                </a:lnTo>
                <a:lnTo>
                  <a:pt x="119834" y="3407223"/>
                </a:lnTo>
                <a:lnTo>
                  <a:pt x="143650" y="3445581"/>
                </a:lnTo>
                <a:lnTo>
                  <a:pt x="169349" y="3482591"/>
                </a:lnTo>
                <a:lnTo>
                  <a:pt x="196865" y="3518185"/>
                </a:lnTo>
                <a:lnTo>
                  <a:pt x="226130" y="3552298"/>
                </a:lnTo>
                <a:lnTo>
                  <a:pt x="257078" y="3584862"/>
                </a:lnTo>
                <a:lnTo>
                  <a:pt x="289642" y="3615810"/>
                </a:lnTo>
                <a:lnTo>
                  <a:pt x="323755" y="3645075"/>
                </a:lnTo>
                <a:lnTo>
                  <a:pt x="359349" y="3672591"/>
                </a:lnTo>
                <a:lnTo>
                  <a:pt x="396359" y="3698290"/>
                </a:lnTo>
                <a:lnTo>
                  <a:pt x="434717" y="3722105"/>
                </a:lnTo>
                <a:lnTo>
                  <a:pt x="474355" y="3743970"/>
                </a:lnTo>
                <a:lnTo>
                  <a:pt x="515208" y="3763817"/>
                </a:lnTo>
                <a:lnTo>
                  <a:pt x="557209" y="3781580"/>
                </a:lnTo>
                <a:lnTo>
                  <a:pt x="600289" y="3797192"/>
                </a:lnTo>
                <a:lnTo>
                  <a:pt x="644383" y="3810585"/>
                </a:lnTo>
                <a:lnTo>
                  <a:pt x="689424" y="3821694"/>
                </a:lnTo>
                <a:lnTo>
                  <a:pt x="735343" y="3830450"/>
                </a:lnTo>
                <a:lnTo>
                  <a:pt x="782076" y="3836788"/>
                </a:lnTo>
                <a:lnTo>
                  <a:pt x="829554" y="3840639"/>
                </a:lnTo>
                <a:lnTo>
                  <a:pt x="877711" y="3841935"/>
                </a:lnTo>
                <a:lnTo>
                  <a:pt x="925869" y="3840639"/>
                </a:lnTo>
                <a:lnTo>
                  <a:pt x="973348" y="3836788"/>
                </a:lnTo>
                <a:lnTo>
                  <a:pt x="1020081" y="3830450"/>
                </a:lnTo>
                <a:lnTo>
                  <a:pt x="1066002" y="3821694"/>
                </a:lnTo>
                <a:lnTo>
                  <a:pt x="1111043" y="3810585"/>
                </a:lnTo>
                <a:lnTo>
                  <a:pt x="1155138" y="3797192"/>
                </a:lnTo>
                <a:lnTo>
                  <a:pt x="1198219" y="3781580"/>
                </a:lnTo>
                <a:lnTo>
                  <a:pt x="1240220" y="3763817"/>
                </a:lnTo>
                <a:lnTo>
                  <a:pt x="1281074" y="3743970"/>
                </a:lnTo>
                <a:lnTo>
                  <a:pt x="1320713" y="3722105"/>
                </a:lnTo>
                <a:lnTo>
                  <a:pt x="1359071" y="3698290"/>
                </a:lnTo>
                <a:lnTo>
                  <a:pt x="1396081" y="3672591"/>
                </a:lnTo>
                <a:lnTo>
                  <a:pt x="1431676" y="3645075"/>
                </a:lnTo>
                <a:lnTo>
                  <a:pt x="1465789" y="3615810"/>
                </a:lnTo>
                <a:lnTo>
                  <a:pt x="1498353" y="3584862"/>
                </a:lnTo>
                <a:lnTo>
                  <a:pt x="1529301" y="3552298"/>
                </a:lnTo>
                <a:lnTo>
                  <a:pt x="1558567" y="3518185"/>
                </a:lnTo>
                <a:lnTo>
                  <a:pt x="1586083" y="3482591"/>
                </a:lnTo>
                <a:lnTo>
                  <a:pt x="1611782" y="3445581"/>
                </a:lnTo>
                <a:lnTo>
                  <a:pt x="1635598" y="3407223"/>
                </a:lnTo>
                <a:lnTo>
                  <a:pt x="1657463" y="3367583"/>
                </a:lnTo>
                <a:lnTo>
                  <a:pt x="1677310" y="3326730"/>
                </a:lnTo>
                <a:lnTo>
                  <a:pt x="1695074" y="3284729"/>
                </a:lnTo>
                <a:lnTo>
                  <a:pt x="1710686" y="3241647"/>
                </a:lnTo>
                <a:lnTo>
                  <a:pt x="1724080" y="3197552"/>
                </a:lnTo>
                <a:lnTo>
                  <a:pt x="1735188" y="3152510"/>
                </a:lnTo>
                <a:lnTo>
                  <a:pt x="1743945" y="3106589"/>
                </a:lnTo>
                <a:lnTo>
                  <a:pt x="1750283" y="3059855"/>
                </a:lnTo>
                <a:lnTo>
                  <a:pt x="1754134" y="3012375"/>
                </a:lnTo>
                <a:lnTo>
                  <a:pt x="1755434" y="2964216"/>
                </a:lnTo>
                <a:lnTo>
                  <a:pt x="1755433" y="0"/>
                </a:lnTo>
                <a:close/>
              </a:path>
            </a:pathLst>
          </a:custGeom>
          <a:solidFill>
            <a:schemeClr val="tx2">
              <a:lumMod val="60000"/>
              <a:lumOff val="40000"/>
              <a:alpha val="13998"/>
            </a:schemeClr>
          </a:solidFill>
          <a:ln>
            <a:noFill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5">
            <a:extLst>
              <a:ext uri="{FF2B5EF4-FFF2-40B4-BE49-F238E27FC236}">
                <a16:creationId xmlns:a16="http://schemas.microsoft.com/office/drawing/2014/main" id="{9982AD5E-2AE3-A003-35C3-5BD389FE99BB}"/>
              </a:ext>
            </a:extLst>
          </p:cNvPr>
          <p:cNvSpPr/>
          <p:nvPr/>
        </p:nvSpPr>
        <p:spPr>
          <a:xfrm>
            <a:off x="107004" y="6230270"/>
            <a:ext cx="11904051" cy="496126"/>
          </a:xfrm>
          <a:custGeom>
            <a:avLst/>
            <a:gdLst/>
            <a:ahLst/>
            <a:cxnLst/>
            <a:rect l="l" t="t" r="r" b="b"/>
            <a:pathLst>
              <a:path w="17444720" h="795020">
                <a:moveTo>
                  <a:pt x="17155708" y="0"/>
                </a:moveTo>
                <a:lnTo>
                  <a:pt x="288965" y="0"/>
                </a:lnTo>
                <a:lnTo>
                  <a:pt x="242091" y="3782"/>
                </a:lnTo>
                <a:lnTo>
                  <a:pt x="197627" y="14732"/>
                </a:lnTo>
                <a:lnTo>
                  <a:pt x="156166" y="32254"/>
                </a:lnTo>
                <a:lnTo>
                  <a:pt x="118303" y="55754"/>
                </a:lnTo>
                <a:lnTo>
                  <a:pt x="84633" y="84637"/>
                </a:lnTo>
                <a:lnTo>
                  <a:pt x="55751" y="118307"/>
                </a:lnTo>
                <a:lnTo>
                  <a:pt x="32252" y="156170"/>
                </a:lnTo>
                <a:lnTo>
                  <a:pt x="14731" y="197631"/>
                </a:lnTo>
                <a:lnTo>
                  <a:pt x="3781" y="242094"/>
                </a:lnTo>
                <a:lnTo>
                  <a:pt x="0" y="288965"/>
                </a:lnTo>
                <a:lnTo>
                  <a:pt x="0" y="505461"/>
                </a:lnTo>
                <a:lnTo>
                  <a:pt x="3781" y="552331"/>
                </a:lnTo>
                <a:lnTo>
                  <a:pt x="14731" y="596794"/>
                </a:lnTo>
                <a:lnTo>
                  <a:pt x="32252" y="638255"/>
                </a:lnTo>
                <a:lnTo>
                  <a:pt x="55751" y="676118"/>
                </a:lnTo>
                <a:lnTo>
                  <a:pt x="84633" y="709788"/>
                </a:lnTo>
                <a:lnTo>
                  <a:pt x="118303" y="738671"/>
                </a:lnTo>
                <a:lnTo>
                  <a:pt x="156166" y="762171"/>
                </a:lnTo>
                <a:lnTo>
                  <a:pt x="197627" y="779694"/>
                </a:lnTo>
                <a:lnTo>
                  <a:pt x="242091" y="790643"/>
                </a:lnTo>
                <a:lnTo>
                  <a:pt x="288965" y="794426"/>
                </a:lnTo>
                <a:lnTo>
                  <a:pt x="17155708" y="794426"/>
                </a:lnTo>
                <a:lnTo>
                  <a:pt x="17202578" y="790643"/>
                </a:lnTo>
                <a:lnTo>
                  <a:pt x="17247041" y="779694"/>
                </a:lnTo>
                <a:lnTo>
                  <a:pt x="17288502" y="762171"/>
                </a:lnTo>
                <a:lnTo>
                  <a:pt x="17326365" y="738671"/>
                </a:lnTo>
                <a:lnTo>
                  <a:pt x="17360035" y="709788"/>
                </a:lnTo>
                <a:lnTo>
                  <a:pt x="17388918" y="676118"/>
                </a:lnTo>
                <a:lnTo>
                  <a:pt x="17412418" y="638255"/>
                </a:lnTo>
                <a:lnTo>
                  <a:pt x="17429940" y="596794"/>
                </a:lnTo>
                <a:lnTo>
                  <a:pt x="17440890" y="552331"/>
                </a:lnTo>
                <a:lnTo>
                  <a:pt x="17444673" y="505461"/>
                </a:lnTo>
                <a:lnTo>
                  <a:pt x="17444673" y="288965"/>
                </a:lnTo>
                <a:lnTo>
                  <a:pt x="17440890" y="242094"/>
                </a:lnTo>
                <a:lnTo>
                  <a:pt x="17429940" y="197631"/>
                </a:lnTo>
                <a:lnTo>
                  <a:pt x="17412418" y="156170"/>
                </a:lnTo>
                <a:lnTo>
                  <a:pt x="17388918" y="118307"/>
                </a:lnTo>
                <a:lnTo>
                  <a:pt x="17360035" y="84637"/>
                </a:lnTo>
                <a:lnTo>
                  <a:pt x="17326365" y="55754"/>
                </a:lnTo>
                <a:lnTo>
                  <a:pt x="17288502" y="32254"/>
                </a:lnTo>
                <a:lnTo>
                  <a:pt x="17247041" y="14732"/>
                </a:lnTo>
                <a:lnTo>
                  <a:pt x="17202578" y="3782"/>
                </a:lnTo>
                <a:lnTo>
                  <a:pt x="17155708" y="0"/>
                </a:lnTo>
                <a:close/>
              </a:path>
            </a:pathLst>
          </a:custGeom>
          <a:solidFill>
            <a:srgbClr val="DCE8FF">
              <a:alpha val="50000"/>
            </a:srgbClr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" name="object 7">
            <a:extLst>
              <a:ext uri="{FF2B5EF4-FFF2-40B4-BE49-F238E27FC236}">
                <a16:creationId xmlns:a16="http://schemas.microsoft.com/office/drawing/2014/main" id="{A7FBDEDE-B2D3-21D3-2BF3-0E8E17B43E74}"/>
              </a:ext>
            </a:extLst>
          </p:cNvPr>
          <p:cNvSpPr>
            <a:spLocks noChangeAspect="1"/>
          </p:cNvSpPr>
          <p:nvPr/>
        </p:nvSpPr>
        <p:spPr>
          <a:xfrm>
            <a:off x="11014675" y="6418761"/>
            <a:ext cx="680836" cy="121376"/>
          </a:xfrm>
          <a:custGeom>
            <a:avLst/>
            <a:gdLst/>
            <a:ahLst/>
            <a:cxnLst/>
            <a:rect l="l" t="t" r="r" b="b"/>
            <a:pathLst>
              <a:path w="1969770" h="351154">
                <a:moveTo>
                  <a:pt x="235800" y="57454"/>
                </a:moveTo>
                <a:lnTo>
                  <a:pt x="0" y="57454"/>
                </a:lnTo>
                <a:lnTo>
                  <a:pt x="0" y="293255"/>
                </a:lnTo>
                <a:lnTo>
                  <a:pt x="235800" y="293255"/>
                </a:lnTo>
                <a:lnTo>
                  <a:pt x="235800" y="57454"/>
                </a:lnTo>
                <a:close/>
              </a:path>
              <a:path w="1969770" h="351154">
                <a:moveTo>
                  <a:pt x="612825" y="167817"/>
                </a:moveTo>
                <a:lnTo>
                  <a:pt x="609282" y="126669"/>
                </a:lnTo>
                <a:lnTo>
                  <a:pt x="598157" y="87655"/>
                </a:lnTo>
                <a:lnTo>
                  <a:pt x="578739" y="53174"/>
                </a:lnTo>
                <a:lnTo>
                  <a:pt x="550316" y="25603"/>
                </a:lnTo>
                <a:lnTo>
                  <a:pt x="516242" y="9283"/>
                </a:lnTo>
                <a:lnTo>
                  <a:pt x="516242" y="137693"/>
                </a:lnTo>
                <a:lnTo>
                  <a:pt x="392950" y="137693"/>
                </a:lnTo>
                <a:lnTo>
                  <a:pt x="397992" y="115531"/>
                </a:lnTo>
                <a:lnTo>
                  <a:pt x="409727" y="93510"/>
                </a:lnTo>
                <a:lnTo>
                  <a:pt x="429158" y="76619"/>
                </a:lnTo>
                <a:lnTo>
                  <a:pt x="457327" y="69875"/>
                </a:lnTo>
                <a:lnTo>
                  <a:pt x="486765" y="76911"/>
                </a:lnTo>
                <a:lnTo>
                  <a:pt x="504761" y="94272"/>
                </a:lnTo>
                <a:lnTo>
                  <a:pt x="513778" y="116395"/>
                </a:lnTo>
                <a:lnTo>
                  <a:pt x="516128" y="136740"/>
                </a:lnTo>
                <a:lnTo>
                  <a:pt x="516242" y="137693"/>
                </a:lnTo>
                <a:lnTo>
                  <a:pt x="516242" y="9283"/>
                </a:lnTo>
                <a:lnTo>
                  <a:pt x="512140" y="7315"/>
                </a:lnTo>
                <a:lnTo>
                  <a:pt x="463499" y="698"/>
                </a:lnTo>
                <a:lnTo>
                  <a:pt x="410540" y="8039"/>
                </a:lnTo>
                <a:lnTo>
                  <a:pt x="367880" y="28168"/>
                </a:lnTo>
                <a:lnTo>
                  <a:pt x="335241" y="58229"/>
                </a:lnTo>
                <a:lnTo>
                  <a:pt x="312293" y="95377"/>
                </a:lnTo>
                <a:lnTo>
                  <a:pt x="298754" y="136740"/>
                </a:lnTo>
                <a:lnTo>
                  <a:pt x="294309" y="179476"/>
                </a:lnTo>
                <a:lnTo>
                  <a:pt x="299656" y="228498"/>
                </a:lnTo>
                <a:lnTo>
                  <a:pt x="315391" y="270268"/>
                </a:lnTo>
                <a:lnTo>
                  <a:pt x="341058" y="304050"/>
                </a:lnTo>
                <a:lnTo>
                  <a:pt x="376212" y="329095"/>
                </a:lnTo>
                <a:lnTo>
                  <a:pt x="420370" y="344665"/>
                </a:lnTo>
                <a:lnTo>
                  <a:pt x="473087" y="350024"/>
                </a:lnTo>
                <a:lnTo>
                  <a:pt x="506285" y="348729"/>
                </a:lnTo>
                <a:lnTo>
                  <a:pt x="537819" y="344805"/>
                </a:lnTo>
                <a:lnTo>
                  <a:pt x="567296" y="338175"/>
                </a:lnTo>
                <a:lnTo>
                  <a:pt x="594334" y="328790"/>
                </a:lnTo>
                <a:lnTo>
                  <a:pt x="583425" y="272630"/>
                </a:lnTo>
                <a:lnTo>
                  <a:pt x="580631" y="258254"/>
                </a:lnTo>
                <a:lnTo>
                  <a:pt x="559333" y="264541"/>
                </a:lnTo>
                <a:lnTo>
                  <a:pt x="537210" y="269024"/>
                </a:lnTo>
                <a:lnTo>
                  <a:pt x="513676" y="271729"/>
                </a:lnTo>
                <a:lnTo>
                  <a:pt x="488149" y="272630"/>
                </a:lnTo>
                <a:lnTo>
                  <a:pt x="453250" y="268744"/>
                </a:lnTo>
                <a:lnTo>
                  <a:pt x="423684" y="256959"/>
                </a:lnTo>
                <a:lnTo>
                  <a:pt x="402717" y="237083"/>
                </a:lnTo>
                <a:lnTo>
                  <a:pt x="393636" y="208915"/>
                </a:lnTo>
                <a:lnTo>
                  <a:pt x="609396" y="208915"/>
                </a:lnTo>
                <a:lnTo>
                  <a:pt x="610501" y="201828"/>
                </a:lnTo>
                <a:lnTo>
                  <a:pt x="611619" y="192227"/>
                </a:lnTo>
                <a:lnTo>
                  <a:pt x="612482" y="180695"/>
                </a:lnTo>
                <a:lnTo>
                  <a:pt x="612825" y="167817"/>
                </a:lnTo>
                <a:close/>
              </a:path>
              <a:path w="1969770" h="351154">
                <a:moveTo>
                  <a:pt x="960602" y="148628"/>
                </a:moveTo>
                <a:lnTo>
                  <a:pt x="954709" y="95719"/>
                </a:lnTo>
                <a:lnTo>
                  <a:pt x="938136" y="55156"/>
                </a:lnTo>
                <a:lnTo>
                  <a:pt x="912520" y="26581"/>
                </a:lnTo>
                <a:lnTo>
                  <a:pt x="840740" y="4114"/>
                </a:lnTo>
                <a:lnTo>
                  <a:pt x="802805" y="9486"/>
                </a:lnTo>
                <a:lnTo>
                  <a:pt x="773099" y="22948"/>
                </a:lnTo>
                <a:lnTo>
                  <a:pt x="751344" y="40513"/>
                </a:lnTo>
                <a:lnTo>
                  <a:pt x="737298" y="58216"/>
                </a:lnTo>
                <a:lnTo>
                  <a:pt x="735266" y="58216"/>
                </a:lnTo>
                <a:lnTo>
                  <a:pt x="730465" y="11645"/>
                </a:lnTo>
                <a:lnTo>
                  <a:pt x="640054" y="11645"/>
                </a:lnTo>
                <a:lnTo>
                  <a:pt x="641934" y="60706"/>
                </a:lnTo>
                <a:lnTo>
                  <a:pt x="642556" y="88404"/>
                </a:lnTo>
                <a:lnTo>
                  <a:pt x="642797" y="118491"/>
                </a:lnTo>
                <a:lnTo>
                  <a:pt x="642797" y="346595"/>
                </a:lnTo>
                <a:lnTo>
                  <a:pt x="746899" y="346595"/>
                </a:lnTo>
                <a:lnTo>
                  <a:pt x="746899" y="153441"/>
                </a:lnTo>
                <a:lnTo>
                  <a:pt x="747039" y="146291"/>
                </a:lnTo>
                <a:lnTo>
                  <a:pt x="769073" y="100685"/>
                </a:lnTo>
                <a:lnTo>
                  <a:pt x="803757" y="88366"/>
                </a:lnTo>
                <a:lnTo>
                  <a:pt x="827887" y="93637"/>
                </a:lnTo>
                <a:lnTo>
                  <a:pt x="844245" y="108483"/>
                </a:lnTo>
                <a:lnTo>
                  <a:pt x="853541" y="131419"/>
                </a:lnTo>
                <a:lnTo>
                  <a:pt x="856488" y="160972"/>
                </a:lnTo>
                <a:lnTo>
                  <a:pt x="856488" y="346595"/>
                </a:lnTo>
                <a:lnTo>
                  <a:pt x="960602" y="346595"/>
                </a:lnTo>
                <a:lnTo>
                  <a:pt x="960602" y="148628"/>
                </a:lnTo>
                <a:close/>
              </a:path>
              <a:path w="1969770" h="351154">
                <a:moveTo>
                  <a:pt x="1337843" y="171919"/>
                </a:moveTo>
                <a:lnTo>
                  <a:pt x="1332293" y="123990"/>
                </a:lnTo>
                <a:lnTo>
                  <a:pt x="1316304" y="82296"/>
                </a:lnTo>
                <a:lnTo>
                  <a:pt x="1310640" y="74663"/>
                </a:lnTo>
                <a:lnTo>
                  <a:pt x="1290840" y="47955"/>
                </a:lnTo>
                <a:lnTo>
                  <a:pt x="1256868" y="22047"/>
                </a:lnTo>
                <a:lnTo>
                  <a:pt x="1230312" y="11595"/>
                </a:lnTo>
                <a:lnTo>
                  <a:pt x="1230312" y="174663"/>
                </a:lnTo>
                <a:lnTo>
                  <a:pt x="1225804" y="215353"/>
                </a:lnTo>
                <a:lnTo>
                  <a:pt x="1225702" y="216217"/>
                </a:lnTo>
                <a:lnTo>
                  <a:pt x="1212507" y="248208"/>
                </a:lnTo>
                <a:lnTo>
                  <a:pt x="1191590" y="268770"/>
                </a:lnTo>
                <a:lnTo>
                  <a:pt x="1163866" y="276034"/>
                </a:lnTo>
                <a:lnTo>
                  <a:pt x="1134376" y="268401"/>
                </a:lnTo>
                <a:lnTo>
                  <a:pt x="1112926" y="247269"/>
                </a:lnTo>
                <a:lnTo>
                  <a:pt x="1099820" y="215353"/>
                </a:lnTo>
                <a:lnTo>
                  <a:pt x="1095375" y="175348"/>
                </a:lnTo>
                <a:lnTo>
                  <a:pt x="1099146" y="138811"/>
                </a:lnTo>
                <a:lnTo>
                  <a:pt x="1111135" y="106502"/>
                </a:lnTo>
                <a:lnTo>
                  <a:pt x="1132306" y="83515"/>
                </a:lnTo>
                <a:lnTo>
                  <a:pt x="1132154" y="83515"/>
                </a:lnTo>
                <a:lnTo>
                  <a:pt x="1163866" y="74663"/>
                </a:lnTo>
                <a:lnTo>
                  <a:pt x="1194752" y="83515"/>
                </a:lnTo>
                <a:lnTo>
                  <a:pt x="1194333" y="83515"/>
                </a:lnTo>
                <a:lnTo>
                  <a:pt x="1214805" y="106159"/>
                </a:lnTo>
                <a:lnTo>
                  <a:pt x="1226578" y="138226"/>
                </a:lnTo>
                <a:lnTo>
                  <a:pt x="1230312" y="174663"/>
                </a:lnTo>
                <a:lnTo>
                  <a:pt x="1230312" y="11595"/>
                </a:lnTo>
                <a:lnTo>
                  <a:pt x="1215364" y="5702"/>
                </a:lnTo>
                <a:lnTo>
                  <a:pt x="1167295" y="0"/>
                </a:lnTo>
                <a:lnTo>
                  <a:pt x="1115822" y="5702"/>
                </a:lnTo>
                <a:lnTo>
                  <a:pt x="1116241" y="5702"/>
                </a:lnTo>
                <a:lnTo>
                  <a:pt x="1072565" y="22047"/>
                </a:lnTo>
                <a:lnTo>
                  <a:pt x="1036980" y="48209"/>
                </a:lnTo>
                <a:lnTo>
                  <a:pt x="1010310" y="83515"/>
                </a:lnTo>
                <a:lnTo>
                  <a:pt x="993609" y="127076"/>
                </a:lnTo>
                <a:lnTo>
                  <a:pt x="987831" y="178079"/>
                </a:lnTo>
                <a:lnTo>
                  <a:pt x="993787" y="227736"/>
                </a:lnTo>
                <a:lnTo>
                  <a:pt x="993863" y="228447"/>
                </a:lnTo>
                <a:lnTo>
                  <a:pt x="1010996" y="270929"/>
                </a:lnTo>
                <a:lnTo>
                  <a:pt x="1037742" y="304977"/>
                </a:lnTo>
                <a:lnTo>
                  <a:pt x="1072667" y="329996"/>
                </a:lnTo>
                <a:lnTo>
                  <a:pt x="1114285" y="345427"/>
                </a:lnTo>
                <a:lnTo>
                  <a:pt x="1161122" y="350697"/>
                </a:lnTo>
                <a:lnTo>
                  <a:pt x="1205369" y="345960"/>
                </a:lnTo>
                <a:lnTo>
                  <a:pt x="1246822" y="331597"/>
                </a:lnTo>
                <a:lnTo>
                  <a:pt x="1283131" y="307289"/>
                </a:lnTo>
                <a:lnTo>
                  <a:pt x="1309230" y="276034"/>
                </a:lnTo>
                <a:lnTo>
                  <a:pt x="1311973" y="272757"/>
                </a:lnTo>
                <a:lnTo>
                  <a:pt x="1330985" y="227736"/>
                </a:lnTo>
                <a:lnTo>
                  <a:pt x="1337843" y="171919"/>
                </a:lnTo>
                <a:close/>
              </a:path>
              <a:path w="1969770" h="351154">
                <a:moveTo>
                  <a:pt x="1636318" y="13716"/>
                </a:moveTo>
                <a:lnTo>
                  <a:pt x="1618513" y="8216"/>
                </a:lnTo>
                <a:lnTo>
                  <a:pt x="1598650" y="4127"/>
                </a:lnTo>
                <a:lnTo>
                  <a:pt x="1577759" y="1574"/>
                </a:lnTo>
                <a:lnTo>
                  <a:pt x="1556867" y="698"/>
                </a:lnTo>
                <a:lnTo>
                  <a:pt x="1499374" y="7086"/>
                </a:lnTo>
                <a:lnTo>
                  <a:pt x="1451737" y="25107"/>
                </a:lnTo>
                <a:lnTo>
                  <a:pt x="1414221" y="53009"/>
                </a:lnTo>
                <a:lnTo>
                  <a:pt x="1387094" y="89077"/>
                </a:lnTo>
                <a:lnTo>
                  <a:pt x="1370622" y="131584"/>
                </a:lnTo>
                <a:lnTo>
                  <a:pt x="1365072" y="178790"/>
                </a:lnTo>
                <a:lnTo>
                  <a:pt x="1370698" y="227850"/>
                </a:lnTo>
                <a:lnTo>
                  <a:pt x="1387017" y="269760"/>
                </a:lnTo>
                <a:lnTo>
                  <a:pt x="1413192" y="303707"/>
                </a:lnTo>
                <a:lnTo>
                  <a:pt x="1448384" y="328917"/>
                </a:lnTo>
                <a:lnTo>
                  <a:pt x="1491767" y="344614"/>
                </a:lnTo>
                <a:lnTo>
                  <a:pt x="1542478" y="350024"/>
                </a:lnTo>
                <a:lnTo>
                  <a:pt x="1571205" y="348818"/>
                </a:lnTo>
                <a:lnTo>
                  <a:pt x="1618869" y="340487"/>
                </a:lnTo>
                <a:lnTo>
                  <a:pt x="1623314" y="257543"/>
                </a:lnTo>
                <a:lnTo>
                  <a:pt x="1610817" y="262153"/>
                </a:lnTo>
                <a:lnTo>
                  <a:pt x="1596847" y="265595"/>
                </a:lnTo>
                <a:lnTo>
                  <a:pt x="1581200" y="267766"/>
                </a:lnTo>
                <a:lnTo>
                  <a:pt x="1563712" y="268516"/>
                </a:lnTo>
                <a:lnTo>
                  <a:pt x="1527987" y="262420"/>
                </a:lnTo>
                <a:lnTo>
                  <a:pt x="1498815" y="244449"/>
                </a:lnTo>
                <a:lnTo>
                  <a:pt x="1479156" y="215061"/>
                </a:lnTo>
                <a:lnTo>
                  <a:pt x="1471942" y="174675"/>
                </a:lnTo>
                <a:lnTo>
                  <a:pt x="1477962" y="136893"/>
                </a:lnTo>
                <a:lnTo>
                  <a:pt x="1495996" y="107213"/>
                </a:lnTo>
                <a:lnTo>
                  <a:pt x="1524431" y="87795"/>
                </a:lnTo>
                <a:lnTo>
                  <a:pt x="1561655" y="80835"/>
                </a:lnTo>
                <a:lnTo>
                  <a:pt x="1580578" y="81673"/>
                </a:lnTo>
                <a:lnTo>
                  <a:pt x="1596415" y="83921"/>
                </a:lnTo>
                <a:lnTo>
                  <a:pt x="1609432" y="87185"/>
                </a:lnTo>
                <a:lnTo>
                  <a:pt x="1619872" y="91097"/>
                </a:lnTo>
                <a:lnTo>
                  <a:pt x="1636318" y="13716"/>
                </a:lnTo>
                <a:close/>
              </a:path>
              <a:path w="1969770" h="351154">
                <a:moveTo>
                  <a:pt x="1969706" y="343166"/>
                </a:moveTo>
                <a:lnTo>
                  <a:pt x="1967141" y="327291"/>
                </a:lnTo>
                <a:lnTo>
                  <a:pt x="1965604" y="309587"/>
                </a:lnTo>
                <a:lnTo>
                  <a:pt x="1965426" y="307632"/>
                </a:lnTo>
                <a:lnTo>
                  <a:pt x="1964550" y="286537"/>
                </a:lnTo>
                <a:lnTo>
                  <a:pt x="1964512" y="285661"/>
                </a:lnTo>
                <a:lnTo>
                  <a:pt x="1964423" y="277406"/>
                </a:lnTo>
                <a:lnTo>
                  <a:pt x="1964296" y="267550"/>
                </a:lnTo>
                <a:lnTo>
                  <a:pt x="1964245" y="184937"/>
                </a:lnTo>
                <a:lnTo>
                  <a:pt x="1964245" y="145211"/>
                </a:lnTo>
                <a:lnTo>
                  <a:pt x="1959711" y="99593"/>
                </a:lnTo>
                <a:lnTo>
                  <a:pt x="1944801" y="59766"/>
                </a:lnTo>
                <a:lnTo>
                  <a:pt x="1917484" y="28232"/>
                </a:lnTo>
                <a:lnTo>
                  <a:pt x="1875777" y="7467"/>
                </a:lnTo>
                <a:lnTo>
                  <a:pt x="1863547" y="5905"/>
                </a:lnTo>
                <a:lnTo>
                  <a:pt x="1863547" y="184937"/>
                </a:lnTo>
                <a:lnTo>
                  <a:pt x="1863547" y="227406"/>
                </a:lnTo>
                <a:lnTo>
                  <a:pt x="1841373" y="266192"/>
                </a:lnTo>
                <a:lnTo>
                  <a:pt x="1807375" y="277406"/>
                </a:lnTo>
                <a:lnTo>
                  <a:pt x="1791131" y="274955"/>
                </a:lnTo>
                <a:lnTo>
                  <a:pt x="1778101" y="267550"/>
                </a:lnTo>
                <a:lnTo>
                  <a:pt x="1769440" y="255155"/>
                </a:lnTo>
                <a:lnTo>
                  <a:pt x="1766290" y="237680"/>
                </a:lnTo>
                <a:lnTo>
                  <a:pt x="1773783" y="212674"/>
                </a:lnTo>
                <a:lnTo>
                  <a:pt x="1794370" y="196405"/>
                </a:lnTo>
                <a:lnTo>
                  <a:pt x="1825244" y="187591"/>
                </a:lnTo>
                <a:lnTo>
                  <a:pt x="1863547" y="184937"/>
                </a:lnTo>
                <a:lnTo>
                  <a:pt x="1863547" y="5905"/>
                </a:lnTo>
                <a:lnTo>
                  <a:pt x="1817674" y="0"/>
                </a:lnTo>
                <a:lnTo>
                  <a:pt x="1774888" y="2882"/>
                </a:lnTo>
                <a:lnTo>
                  <a:pt x="1738464" y="10185"/>
                </a:lnTo>
                <a:lnTo>
                  <a:pt x="1709102" y="19939"/>
                </a:lnTo>
                <a:lnTo>
                  <a:pt x="1687512" y="30149"/>
                </a:lnTo>
                <a:lnTo>
                  <a:pt x="1706702" y="97256"/>
                </a:lnTo>
                <a:lnTo>
                  <a:pt x="1725574" y="87528"/>
                </a:lnTo>
                <a:lnTo>
                  <a:pt x="1748307" y="79451"/>
                </a:lnTo>
                <a:lnTo>
                  <a:pt x="1773351" y="73952"/>
                </a:lnTo>
                <a:lnTo>
                  <a:pt x="1799158" y="71907"/>
                </a:lnTo>
                <a:lnTo>
                  <a:pt x="1830349" y="76161"/>
                </a:lnTo>
                <a:lnTo>
                  <a:pt x="1848904" y="86893"/>
                </a:lnTo>
                <a:lnTo>
                  <a:pt x="1857819" y="101104"/>
                </a:lnTo>
                <a:lnTo>
                  <a:pt x="1860130" y="115760"/>
                </a:lnTo>
                <a:lnTo>
                  <a:pt x="1860130" y="119875"/>
                </a:lnTo>
                <a:lnTo>
                  <a:pt x="1804416" y="123317"/>
                </a:lnTo>
                <a:lnTo>
                  <a:pt x="1756498" y="133743"/>
                </a:lnTo>
                <a:lnTo>
                  <a:pt x="1717395" y="151282"/>
                </a:lnTo>
                <a:lnTo>
                  <a:pt x="1688185" y="176085"/>
                </a:lnTo>
                <a:lnTo>
                  <a:pt x="1669884" y="208254"/>
                </a:lnTo>
                <a:lnTo>
                  <a:pt x="1663547" y="247954"/>
                </a:lnTo>
                <a:lnTo>
                  <a:pt x="1670926" y="286537"/>
                </a:lnTo>
                <a:lnTo>
                  <a:pt x="1692224" y="319354"/>
                </a:lnTo>
                <a:lnTo>
                  <a:pt x="1726247" y="342163"/>
                </a:lnTo>
                <a:lnTo>
                  <a:pt x="1771764" y="350697"/>
                </a:lnTo>
                <a:lnTo>
                  <a:pt x="1800428" y="348030"/>
                </a:lnTo>
                <a:lnTo>
                  <a:pt x="1826387" y="340169"/>
                </a:lnTo>
                <a:lnTo>
                  <a:pt x="1849018" y="327291"/>
                </a:lnTo>
                <a:lnTo>
                  <a:pt x="1867662" y="309587"/>
                </a:lnTo>
                <a:lnTo>
                  <a:pt x="1869706" y="309587"/>
                </a:lnTo>
                <a:lnTo>
                  <a:pt x="1875878" y="343166"/>
                </a:lnTo>
                <a:lnTo>
                  <a:pt x="1969706" y="343166"/>
                </a:lnTo>
                <a:close/>
              </a:path>
            </a:pathLst>
          </a:custGeom>
          <a:solidFill>
            <a:srgbClr val="0000FC"/>
          </a:solidFill>
        </p:spPr>
        <p:txBody>
          <a:bodyPr wrap="square" lIns="0" tIns="0" rIns="0" bIns="0" rtlCol="0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sz="1092" dirty="0"/>
          </a:p>
        </p:txBody>
      </p:sp>
      <p:sp>
        <p:nvSpPr>
          <p:cNvPr id="7" name="TextBox 25">
            <a:extLst>
              <a:ext uri="{FF2B5EF4-FFF2-40B4-BE49-F238E27FC236}">
                <a16:creationId xmlns:a16="http://schemas.microsoft.com/office/drawing/2014/main" id="{242BCF4D-84B8-1731-3905-1E6114295486}"/>
              </a:ext>
            </a:extLst>
          </p:cNvPr>
          <p:cNvSpPr txBox="1"/>
          <p:nvPr/>
        </p:nvSpPr>
        <p:spPr>
          <a:xfrm>
            <a:off x="4099154" y="2992983"/>
            <a:ext cx="3993691" cy="436017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ts val="1820"/>
              </a:lnSpc>
              <a:spcAft>
                <a:spcPts val="520"/>
              </a:spcAft>
            </a:pPr>
            <a:r>
              <a:rPr lang="tr-TR" sz="4800" b="1" dirty="0">
                <a:solidFill>
                  <a:srgbClr val="2D3748"/>
                </a:solidFill>
                <a:latin typeface="Montserrat"/>
              </a:rPr>
              <a:t>Teşekkürler</a:t>
            </a:r>
            <a:endParaRPr sz="4800" b="1" dirty="0">
              <a:solidFill>
                <a:srgbClr val="2D3748"/>
              </a:solidFill>
              <a:latin typeface="Montserrat"/>
            </a:endParaRPr>
          </a:p>
        </p:txBody>
      </p:sp>
      <p:sp>
        <p:nvSpPr>
          <p:cNvPr id="10" name="TextBox 28">
            <a:extLst>
              <a:ext uri="{FF2B5EF4-FFF2-40B4-BE49-F238E27FC236}">
                <a16:creationId xmlns:a16="http://schemas.microsoft.com/office/drawing/2014/main" id="{AC210E02-6D6F-9A04-59E1-291CE5064654}"/>
              </a:ext>
            </a:extLst>
          </p:cNvPr>
          <p:cNvSpPr txBox="1"/>
          <p:nvPr/>
        </p:nvSpPr>
        <p:spPr>
          <a:xfrm>
            <a:off x="2153691" y="6314891"/>
            <a:ext cx="1816459" cy="32688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>
              <a:lnSpc>
                <a:spcPts val="1820"/>
              </a:lnSpc>
            </a:pPr>
            <a:r>
              <a:rPr lang="tr-TR" sz="1200" b="1" dirty="0">
                <a:solidFill>
                  <a:srgbClr val="4A5568"/>
                </a:solidFill>
                <a:latin typeface="Poppins"/>
              </a:rPr>
              <a:t>contact@enoca.com</a:t>
            </a:r>
          </a:p>
        </p:txBody>
      </p:sp>
      <p:sp>
        <p:nvSpPr>
          <p:cNvPr id="13" name="TextBox 31">
            <a:extLst>
              <a:ext uri="{FF2B5EF4-FFF2-40B4-BE49-F238E27FC236}">
                <a16:creationId xmlns:a16="http://schemas.microsoft.com/office/drawing/2014/main" id="{EF90EA80-29E7-89F3-20C7-90DF502A8E33}"/>
              </a:ext>
            </a:extLst>
          </p:cNvPr>
          <p:cNvSpPr txBox="1"/>
          <p:nvPr/>
        </p:nvSpPr>
        <p:spPr>
          <a:xfrm>
            <a:off x="357430" y="6314891"/>
            <a:ext cx="1478225" cy="32688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>
              <a:lnSpc>
                <a:spcPts val="1820"/>
              </a:lnSpc>
            </a:pPr>
            <a:r>
              <a:rPr lang="tr-TR" sz="1200" b="1" dirty="0">
                <a:solidFill>
                  <a:srgbClr val="4A5568"/>
                </a:solidFill>
                <a:latin typeface="Poppins"/>
              </a:rPr>
              <a:t>www.enoca.com</a:t>
            </a:r>
          </a:p>
        </p:txBody>
      </p:sp>
    </p:spTree>
    <p:extLst>
      <p:ext uri="{BB962C8B-B14F-4D97-AF65-F5344CB8AC3E}">
        <p14:creationId xmlns:p14="http://schemas.microsoft.com/office/powerpoint/2010/main" val="41347822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285</TotalTime>
  <Words>282</Words>
  <Application>Microsoft Office PowerPoint</Application>
  <PresentationFormat>Geniş ekran</PresentationFormat>
  <Paragraphs>76</Paragraphs>
  <Slides>8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6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8</vt:i4>
      </vt:variant>
    </vt:vector>
  </HeadingPairs>
  <TitlesOfParts>
    <vt:vector size="15" baseType="lpstr">
      <vt:lpstr>Arial</vt:lpstr>
      <vt:lpstr>Calibri</vt:lpstr>
      <vt:lpstr>Inter</vt:lpstr>
      <vt:lpstr>Montserrat</vt:lpstr>
      <vt:lpstr>Poppins</vt:lpstr>
      <vt:lpstr>Roboto</vt:lpstr>
      <vt:lpstr>Office Theme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Yasin  Günaydın</cp:lastModifiedBy>
  <cp:revision>9</cp:revision>
  <dcterms:created xsi:type="dcterms:W3CDTF">2013-01-27T09:14:16Z</dcterms:created>
  <dcterms:modified xsi:type="dcterms:W3CDTF">2026-03-23T14:48:59Z</dcterms:modified>
  <cp:category/>
</cp:coreProperties>
</file>